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147375189" r:id="rId6"/>
    <p:sldId id="2147375485" r:id="rId7"/>
    <p:sldId id="2147375486" r:id="rId8"/>
    <p:sldId id="2147375487" r:id="rId9"/>
    <p:sldId id="2147375488" r:id="rId10"/>
    <p:sldId id="2147375489" r:id="rId11"/>
    <p:sldId id="2147375492" r:id="rId12"/>
    <p:sldId id="2147375493" r:id="rId13"/>
    <p:sldId id="2147375494" r:id="rId1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4C00"/>
    <a:srgbClr val="CEE3CE"/>
    <a:srgbClr val="F3F7F2"/>
    <a:srgbClr val="EFF7ED"/>
    <a:srgbClr val="CEE3CD"/>
    <a:srgbClr val="A8ACA8"/>
    <a:srgbClr val="C33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6C6F5A-FAFF-4F5E-88A6-DD68A37395E7}" v="33" dt="2025-09-16T00:46:13.334"/>
  </p1510:revLst>
</p1510:revInfo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24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7886C3-9A1C-331E-181B-C2D1591E24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2CCBB7-F066-B675-525A-8225C5B5A9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213664-3981-5249-896B-63AE3E4D5919}" type="datetimeFigureOut">
              <a:t>9/29/2025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DE10A-7316-5162-DEDE-7C43FFBE16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BDB4B-0EBA-7BF9-0B67-19A18000FA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18AE7-D9A4-F747-8CA7-D1FE3C989AD6}" type="slidenum"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61955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5AA68-803A-45F4-AB66-436466D509F6}" type="datetimeFigureOut">
              <a:rPr lang="en-IL" smtClean="0"/>
              <a:t>29/09/2025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A6E54E-6A3D-42E6-B66E-82FE2E9502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644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87ECDE-BA4A-DBE6-66FD-0260805DE4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712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A41D8964-3C26-6C5D-9A93-9858D0EE592E}"/>
              </a:ext>
            </a:extLst>
          </p:cNvPr>
          <p:cNvSpPr/>
          <p:nvPr userDrawn="1"/>
        </p:nvSpPr>
        <p:spPr>
          <a:xfrm>
            <a:off x="4343728" y="0"/>
            <a:ext cx="7848272" cy="6858000"/>
          </a:xfrm>
          <a:custGeom>
            <a:avLst/>
            <a:gdLst>
              <a:gd name="connsiteX0" fmla="*/ 1661324 w 7848272"/>
              <a:gd name="connsiteY0" fmla="*/ 5105898 h 6858000"/>
              <a:gd name="connsiteX1" fmla="*/ 1661324 w 7848272"/>
              <a:gd name="connsiteY1" fmla="*/ 6858000 h 6858000"/>
              <a:gd name="connsiteX2" fmla="*/ 0 w 7848272"/>
              <a:gd name="connsiteY2" fmla="*/ 6858000 h 6858000"/>
              <a:gd name="connsiteX3" fmla="*/ 0 w 7848272"/>
              <a:gd name="connsiteY3" fmla="*/ 6770119 h 6858000"/>
              <a:gd name="connsiteX4" fmla="*/ 1661324 w 7848272"/>
              <a:gd name="connsiteY4" fmla="*/ 5105898 h 6858000"/>
              <a:gd name="connsiteX5" fmla="*/ 3784127 w 7848272"/>
              <a:gd name="connsiteY5" fmla="*/ 2823588 h 6858000"/>
              <a:gd name="connsiteX6" fmla="*/ 3784127 w 7848272"/>
              <a:gd name="connsiteY6" fmla="*/ 6858000 h 6858000"/>
              <a:gd name="connsiteX7" fmla="*/ 2122803 w 7848272"/>
              <a:gd name="connsiteY7" fmla="*/ 6858000 h 6858000"/>
              <a:gd name="connsiteX8" fmla="*/ 2122803 w 7848272"/>
              <a:gd name="connsiteY8" fmla="*/ 4487808 h 6858000"/>
              <a:gd name="connsiteX9" fmla="*/ 3784127 w 7848272"/>
              <a:gd name="connsiteY9" fmla="*/ 2823588 h 6858000"/>
              <a:gd name="connsiteX10" fmla="*/ 5785579 w 7848272"/>
              <a:gd name="connsiteY10" fmla="*/ 541276 h 6858000"/>
              <a:gd name="connsiteX11" fmla="*/ 5785579 w 7848272"/>
              <a:gd name="connsiteY11" fmla="*/ 6858000 h 6858000"/>
              <a:gd name="connsiteX12" fmla="*/ 4124255 w 7848272"/>
              <a:gd name="connsiteY12" fmla="*/ 6858000 h 6858000"/>
              <a:gd name="connsiteX13" fmla="*/ 4124255 w 7848272"/>
              <a:gd name="connsiteY13" fmla="*/ 2205497 h 6858000"/>
              <a:gd name="connsiteX14" fmla="*/ 5785579 w 7848272"/>
              <a:gd name="connsiteY14" fmla="*/ 541276 h 6858000"/>
              <a:gd name="connsiteX15" fmla="*/ 6211165 w 7848272"/>
              <a:gd name="connsiteY15" fmla="*/ 0 h 6858000"/>
              <a:gd name="connsiteX16" fmla="*/ 7848272 w 7848272"/>
              <a:gd name="connsiteY16" fmla="*/ 0 h 6858000"/>
              <a:gd name="connsiteX17" fmla="*/ 7848272 w 7848272"/>
              <a:gd name="connsiteY17" fmla="*/ 6858000 h 6858000"/>
              <a:gd name="connsiteX18" fmla="*/ 6211165 w 7848272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48272" h="6858000">
                <a:moveTo>
                  <a:pt x="1661324" y="5105898"/>
                </a:moveTo>
                <a:lnTo>
                  <a:pt x="1661324" y="6858000"/>
                </a:lnTo>
                <a:lnTo>
                  <a:pt x="0" y="6858000"/>
                </a:lnTo>
                <a:lnTo>
                  <a:pt x="0" y="6770119"/>
                </a:lnTo>
                <a:cubicBezTo>
                  <a:pt x="0" y="5850688"/>
                  <a:pt x="743494" y="5105898"/>
                  <a:pt x="1661324" y="5105898"/>
                </a:cubicBezTo>
                <a:close/>
                <a:moveTo>
                  <a:pt x="3784127" y="2823588"/>
                </a:moveTo>
                <a:lnTo>
                  <a:pt x="3784127" y="6858000"/>
                </a:lnTo>
                <a:lnTo>
                  <a:pt x="2122803" y="6858000"/>
                </a:lnTo>
                <a:lnTo>
                  <a:pt x="2122803" y="4487808"/>
                </a:lnTo>
                <a:cubicBezTo>
                  <a:pt x="2122803" y="3568378"/>
                  <a:pt x="2866297" y="2823588"/>
                  <a:pt x="3784127" y="2823588"/>
                </a:cubicBezTo>
                <a:close/>
                <a:moveTo>
                  <a:pt x="5785579" y="541276"/>
                </a:moveTo>
                <a:lnTo>
                  <a:pt x="5785579" y="6858000"/>
                </a:lnTo>
                <a:lnTo>
                  <a:pt x="4124255" y="6858000"/>
                </a:lnTo>
                <a:lnTo>
                  <a:pt x="4124255" y="2205497"/>
                </a:lnTo>
                <a:cubicBezTo>
                  <a:pt x="4124255" y="1286065"/>
                  <a:pt x="4867749" y="541276"/>
                  <a:pt x="5785579" y="541276"/>
                </a:cubicBezTo>
                <a:close/>
                <a:moveTo>
                  <a:pt x="6211165" y="0"/>
                </a:moveTo>
                <a:lnTo>
                  <a:pt x="7848272" y="0"/>
                </a:lnTo>
                <a:lnTo>
                  <a:pt x="7848272" y="6858000"/>
                </a:lnTo>
                <a:lnTo>
                  <a:pt x="6211165" y="6858000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040"/>
                </a:schemeClr>
              </a:gs>
              <a:gs pos="100000">
                <a:schemeClr val="accent2">
                  <a:alpha val="35589"/>
                </a:schemeClr>
              </a:gs>
            </a:gsLst>
            <a:lin ang="5400000" scaled="1"/>
          </a:gradFill>
          <a:ln w="18627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49D70E-4BFC-696C-2254-2C1C7E396483}"/>
              </a:ext>
            </a:extLst>
          </p:cNvPr>
          <p:cNvSpPr/>
          <p:nvPr userDrawn="1"/>
        </p:nvSpPr>
        <p:spPr>
          <a:xfrm>
            <a:off x="0" y="0"/>
            <a:ext cx="12192000" cy="334735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  <a:lumMod val="98732"/>
                </a:schemeClr>
              </a:gs>
              <a:gs pos="44000">
                <a:schemeClr val="accent1">
                  <a:alpha val="43951"/>
                </a:schemeClr>
              </a:gs>
              <a:gs pos="100000">
                <a:schemeClr val="accent4">
                  <a:alpha val="56226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2104A8-500B-09D6-4BA3-9BB8A60EC5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3867" y="410857"/>
            <a:ext cx="2069346" cy="962663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B74EEDB-5969-9242-0BF0-30C51D14CD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927" y="730662"/>
            <a:ext cx="4215379" cy="12863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4800" b="1" i="0"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TEMPLATE PRESENTATION</a:t>
            </a:r>
            <a:endParaRPr lang="en-IL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05F93D4-D6F1-2F37-7FAF-6102F91DD4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927" y="2202547"/>
            <a:ext cx="4215379" cy="604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800" b="0" i="0"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March 202</a:t>
            </a:r>
            <a:r>
              <a:rPr lang="he-IL"/>
              <a:t>4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6094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tower in a field of vines&#10;&#10;Description automatically generated">
            <a:extLst>
              <a:ext uri="{FF2B5EF4-FFF2-40B4-BE49-F238E27FC236}">
                <a16:creationId xmlns:a16="http://schemas.microsoft.com/office/drawing/2014/main" id="{3C671AED-A359-E606-18D3-F65AACD429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C85690-CFA4-989A-31CA-7402D079C4A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47332887"/>
              </p:ext>
            </p:extLst>
          </p:nvPr>
        </p:nvGraphicFramePr>
        <p:xfrm>
          <a:off x="6143947" y="1217650"/>
          <a:ext cx="4696331" cy="421594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9654">
                  <a:extLst>
                    <a:ext uri="{9D8B030D-6E8A-4147-A177-3AD203B41FA5}">
                      <a16:colId xmlns:a16="http://schemas.microsoft.com/office/drawing/2014/main" val="3961597483"/>
                    </a:ext>
                  </a:extLst>
                </a:gridCol>
                <a:gridCol w="4026677">
                  <a:extLst>
                    <a:ext uri="{9D8B030D-6E8A-4147-A177-3AD203B41FA5}">
                      <a16:colId xmlns:a16="http://schemas.microsoft.com/office/drawing/2014/main" val="2167759743"/>
                    </a:ext>
                  </a:extLst>
                </a:gridCol>
              </a:tblGrid>
              <a:tr h="702657">
                <a:tc>
                  <a:txBody>
                    <a:bodyPr/>
                    <a:lstStyle/>
                    <a:p>
                      <a:pPr marL="0" indent="90488" algn="l" defTabSz="914400" rtl="0" eaLnBrk="1" latinLnBrk="0" hangingPunct="1">
                        <a:lnSpc>
                          <a:spcPct val="150000"/>
                        </a:lnSpc>
                        <a:tabLst/>
                      </a:pPr>
                      <a:r>
                        <a:rPr lang="en-IL" sz="2800" b="1" i="0" spc="300">
                          <a:solidFill>
                            <a:schemeClr val="bg1"/>
                          </a:solidFill>
                          <a:latin typeface="Dosis SemiBold" panose="02010503020202060003" pitchFamily="2" charset="77"/>
                        </a:rPr>
                        <a:t>01</a:t>
                      </a:r>
                      <a:endParaRPr lang="en-IL" sz="1400" spc="30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52388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600" b="0" i="0" kern="1200">
                          <a:solidFill>
                            <a:schemeClr val="bg1"/>
                          </a:solidFill>
                          <a:latin typeface="Fira Sans Light" panose="020B0403050000020004" pitchFamily="34" charset="0"/>
                          <a:ea typeface="+mn-ea"/>
                          <a:cs typeface="+mn-cs"/>
                        </a:rPr>
                      </a:br>
                      <a:endParaRPr lang="en-US" sz="2000" b="0" i="0" kern="1200">
                        <a:solidFill>
                          <a:schemeClr val="bg1"/>
                        </a:solidFill>
                        <a:latin typeface="Fira Sans Light" panose="020B040305000002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748226"/>
                  </a:ext>
                </a:extLst>
              </a:tr>
              <a:tr h="702657">
                <a:tc>
                  <a:txBody>
                    <a:bodyPr/>
                    <a:lstStyle/>
                    <a:p>
                      <a:pPr marL="0" indent="90488" algn="l" defTabSz="914400" rtl="0" eaLnBrk="1" latinLnBrk="0" hangingPunct="1">
                        <a:lnSpc>
                          <a:spcPct val="150000"/>
                        </a:lnSpc>
                        <a:tabLst/>
                      </a:pPr>
                      <a:r>
                        <a:rPr lang="en-US" sz="2800" b="1" i="0" kern="1200">
                          <a:solidFill>
                            <a:schemeClr val="bg1"/>
                          </a:solidFill>
                          <a:latin typeface="Dosis SemiBold" panose="02010503020202060003" pitchFamily="2" charset="77"/>
                          <a:ea typeface="+mn-ea"/>
                          <a:cs typeface="+mn-cs"/>
                        </a:rPr>
                        <a:t>02</a:t>
                      </a:r>
                      <a:endParaRPr lang="he-IL" sz="2800" b="1" i="0" kern="1200">
                        <a:solidFill>
                          <a:schemeClr val="bg1"/>
                        </a:solidFill>
                        <a:latin typeface="Dosis SemiBold" panose="02010503020202060003" pitchFamily="2" charset="77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i="0" kern="1200">
                        <a:solidFill>
                          <a:schemeClr val="bg1"/>
                        </a:solidFill>
                        <a:latin typeface="Fira Sans Light" panose="020B040305000002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300338"/>
                  </a:ext>
                </a:extLst>
              </a:tr>
              <a:tr h="702657">
                <a:tc>
                  <a:txBody>
                    <a:bodyPr/>
                    <a:lstStyle/>
                    <a:p>
                      <a:pPr marL="0" indent="90488" algn="l" defTabSz="914400" rtl="0" eaLnBrk="1" latinLnBrk="0" hangingPunct="1">
                        <a:lnSpc>
                          <a:spcPct val="150000"/>
                        </a:lnSpc>
                        <a:tabLst/>
                      </a:pPr>
                      <a:r>
                        <a:rPr lang="en-IL" sz="2800" b="1" i="0" kern="1200">
                          <a:solidFill>
                            <a:schemeClr val="bg1"/>
                          </a:solidFill>
                          <a:latin typeface="Dosis SemiBold" panose="02010503020202060003" pitchFamily="2" charset="77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i="0" kern="1200">
                        <a:solidFill>
                          <a:schemeClr val="bg1"/>
                        </a:solidFill>
                        <a:latin typeface="Fira Sans Light" panose="020B040305000002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689809"/>
                  </a:ext>
                </a:extLst>
              </a:tr>
              <a:tr h="702657">
                <a:tc>
                  <a:txBody>
                    <a:bodyPr/>
                    <a:lstStyle/>
                    <a:p>
                      <a:pPr marL="0" indent="90488" algn="l" defTabSz="914400" rtl="0" eaLnBrk="1" latinLnBrk="0" hangingPunct="1">
                        <a:lnSpc>
                          <a:spcPct val="150000"/>
                        </a:lnSpc>
                        <a:tabLst/>
                      </a:pPr>
                      <a:r>
                        <a:rPr lang="en-IL" sz="2800" b="1" i="0" kern="1200">
                          <a:solidFill>
                            <a:schemeClr val="bg1"/>
                          </a:solidFill>
                          <a:latin typeface="Dosis SemiBold" panose="02010503020202060003" pitchFamily="2" charset="77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i="0" kern="1200">
                        <a:solidFill>
                          <a:schemeClr val="bg1"/>
                        </a:solidFill>
                        <a:latin typeface="Fira Sans Light" panose="020B040305000002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549693"/>
                  </a:ext>
                </a:extLst>
              </a:tr>
              <a:tr h="702657">
                <a:tc>
                  <a:txBody>
                    <a:bodyPr/>
                    <a:lstStyle/>
                    <a:p>
                      <a:pPr marL="0" indent="90488">
                        <a:lnSpc>
                          <a:spcPct val="150000"/>
                        </a:lnSpc>
                        <a:tabLst/>
                      </a:pPr>
                      <a:r>
                        <a:rPr lang="en-IL" sz="2800" b="1" i="0" kern="1200">
                          <a:solidFill>
                            <a:schemeClr val="bg1"/>
                          </a:solidFill>
                          <a:latin typeface="Dosis SemiBold" panose="02010503020202060003" pitchFamily="2" charset="77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i="0" kern="1200">
                        <a:solidFill>
                          <a:schemeClr val="bg1"/>
                        </a:solidFill>
                        <a:latin typeface="Fira Sans Light" panose="020B040305000002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593891"/>
                  </a:ext>
                </a:extLst>
              </a:tr>
              <a:tr h="702657">
                <a:tc>
                  <a:txBody>
                    <a:bodyPr/>
                    <a:lstStyle/>
                    <a:p>
                      <a:pPr marL="0" indent="90488" algn="l" defTabSz="914400" rtl="0" eaLnBrk="1" latinLnBrk="0" hangingPunct="1">
                        <a:lnSpc>
                          <a:spcPct val="150000"/>
                        </a:lnSpc>
                        <a:tabLst/>
                      </a:pPr>
                      <a:r>
                        <a:rPr lang="en-IL" sz="2800" b="1" i="0" kern="1200">
                          <a:solidFill>
                            <a:schemeClr val="bg1"/>
                          </a:solidFill>
                          <a:latin typeface="Dosis SemiBold" panose="02010503020202060003" pitchFamily="2" charset="77"/>
                          <a:ea typeface="+mn-ea"/>
                          <a:cs typeface="+mn-cs"/>
                        </a:rPr>
                        <a:t>06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i="0" kern="1200">
                        <a:solidFill>
                          <a:schemeClr val="bg1"/>
                        </a:solidFill>
                        <a:latin typeface="Fira Sans Light" panose="020B040305000002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742812"/>
                  </a:ext>
                </a:extLst>
              </a:tr>
            </a:tbl>
          </a:graphicData>
        </a:graphic>
      </p:graphicFrame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16DD1BB4-9C83-D074-8CC4-DFAB685576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89918" y="1138073"/>
            <a:ext cx="925331" cy="4277396"/>
          </a:xfrm>
          <a:prstGeom prst="rect">
            <a:avLst/>
          </a:prstGeom>
        </p:spPr>
      </p:pic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0F3DBE19-00BD-6A92-88CF-3209D9EF98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584" y="697451"/>
            <a:ext cx="4215379" cy="12863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4800" b="1" i="0">
                <a:solidFill>
                  <a:schemeClr val="bg1"/>
                </a:solidFill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AGENDA</a:t>
            </a:r>
            <a:endParaRPr lang="en-IL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3B433C1-8A98-EFFE-26A4-2F0A835BF2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9497" y="5773840"/>
            <a:ext cx="1590201" cy="73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60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A26CED8-31D9-981C-06D2-23AE31D81E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43728" y="0"/>
            <a:ext cx="7848272" cy="6858000"/>
          </a:xfrm>
          <a:custGeom>
            <a:avLst/>
            <a:gdLst>
              <a:gd name="connsiteX0" fmla="*/ 1661324 w 7848272"/>
              <a:gd name="connsiteY0" fmla="*/ 5105898 h 6858000"/>
              <a:gd name="connsiteX1" fmla="*/ 1661324 w 7848272"/>
              <a:gd name="connsiteY1" fmla="*/ 6858000 h 6858000"/>
              <a:gd name="connsiteX2" fmla="*/ 0 w 7848272"/>
              <a:gd name="connsiteY2" fmla="*/ 6858000 h 6858000"/>
              <a:gd name="connsiteX3" fmla="*/ 0 w 7848272"/>
              <a:gd name="connsiteY3" fmla="*/ 6770119 h 6858000"/>
              <a:gd name="connsiteX4" fmla="*/ 1661324 w 7848272"/>
              <a:gd name="connsiteY4" fmla="*/ 5105898 h 6858000"/>
              <a:gd name="connsiteX5" fmla="*/ 3784127 w 7848272"/>
              <a:gd name="connsiteY5" fmla="*/ 2823588 h 6858000"/>
              <a:gd name="connsiteX6" fmla="*/ 3784127 w 7848272"/>
              <a:gd name="connsiteY6" fmla="*/ 6858000 h 6858000"/>
              <a:gd name="connsiteX7" fmla="*/ 2122803 w 7848272"/>
              <a:gd name="connsiteY7" fmla="*/ 6858000 h 6858000"/>
              <a:gd name="connsiteX8" fmla="*/ 2122803 w 7848272"/>
              <a:gd name="connsiteY8" fmla="*/ 4487808 h 6858000"/>
              <a:gd name="connsiteX9" fmla="*/ 3784127 w 7848272"/>
              <a:gd name="connsiteY9" fmla="*/ 2823588 h 6858000"/>
              <a:gd name="connsiteX10" fmla="*/ 5785579 w 7848272"/>
              <a:gd name="connsiteY10" fmla="*/ 541276 h 6858000"/>
              <a:gd name="connsiteX11" fmla="*/ 5785579 w 7848272"/>
              <a:gd name="connsiteY11" fmla="*/ 6858000 h 6858000"/>
              <a:gd name="connsiteX12" fmla="*/ 4124255 w 7848272"/>
              <a:gd name="connsiteY12" fmla="*/ 6858000 h 6858000"/>
              <a:gd name="connsiteX13" fmla="*/ 4124255 w 7848272"/>
              <a:gd name="connsiteY13" fmla="*/ 2205497 h 6858000"/>
              <a:gd name="connsiteX14" fmla="*/ 5785579 w 7848272"/>
              <a:gd name="connsiteY14" fmla="*/ 541276 h 6858000"/>
              <a:gd name="connsiteX15" fmla="*/ 6211165 w 7848272"/>
              <a:gd name="connsiteY15" fmla="*/ 0 h 6858000"/>
              <a:gd name="connsiteX16" fmla="*/ 7848272 w 7848272"/>
              <a:gd name="connsiteY16" fmla="*/ 0 h 6858000"/>
              <a:gd name="connsiteX17" fmla="*/ 7848272 w 7848272"/>
              <a:gd name="connsiteY17" fmla="*/ 6858000 h 6858000"/>
              <a:gd name="connsiteX18" fmla="*/ 6211165 w 7848272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48272" h="6858000">
                <a:moveTo>
                  <a:pt x="1661324" y="5105898"/>
                </a:moveTo>
                <a:lnTo>
                  <a:pt x="1661324" y="6858000"/>
                </a:lnTo>
                <a:lnTo>
                  <a:pt x="0" y="6858000"/>
                </a:lnTo>
                <a:lnTo>
                  <a:pt x="0" y="6770119"/>
                </a:lnTo>
                <a:cubicBezTo>
                  <a:pt x="0" y="5850688"/>
                  <a:pt x="743494" y="5105898"/>
                  <a:pt x="1661324" y="5105898"/>
                </a:cubicBezTo>
                <a:close/>
                <a:moveTo>
                  <a:pt x="3784127" y="2823588"/>
                </a:moveTo>
                <a:lnTo>
                  <a:pt x="3784127" y="6858000"/>
                </a:lnTo>
                <a:lnTo>
                  <a:pt x="2122803" y="6858000"/>
                </a:lnTo>
                <a:lnTo>
                  <a:pt x="2122803" y="4487808"/>
                </a:lnTo>
                <a:cubicBezTo>
                  <a:pt x="2122803" y="3568378"/>
                  <a:pt x="2866297" y="2823588"/>
                  <a:pt x="3784127" y="2823588"/>
                </a:cubicBezTo>
                <a:close/>
                <a:moveTo>
                  <a:pt x="5785579" y="541276"/>
                </a:moveTo>
                <a:lnTo>
                  <a:pt x="5785579" y="6858000"/>
                </a:lnTo>
                <a:lnTo>
                  <a:pt x="4124255" y="6858000"/>
                </a:lnTo>
                <a:lnTo>
                  <a:pt x="4124255" y="2205497"/>
                </a:lnTo>
                <a:cubicBezTo>
                  <a:pt x="4124255" y="1286065"/>
                  <a:pt x="4867749" y="541276"/>
                  <a:pt x="5785579" y="541276"/>
                </a:cubicBezTo>
                <a:close/>
                <a:moveTo>
                  <a:pt x="6211165" y="0"/>
                </a:moveTo>
                <a:lnTo>
                  <a:pt x="7848272" y="0"/>
                </a:lnTo>
                <a:lnTo>
                  <a:pt x="7848272" y="6858000"/>
                </a:lnTo>
                <a:lnTo>
                  <a:pt x="6211165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marL="0" indent="0" algn="r" defTabSz="914377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L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D1E61FF-0891-EB79-C5E5-717D64FB1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7064"/>
            <a:ext cx="1892836" cy="101577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A162F1D-AC9B-6617-6ED1-0D4C95E198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544569"/>
            <a:ext cx="4873487" cy="2152788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2"/>
                </a:solidFill>
                <a:latin typeface="Dosis" panose="02010503020202060003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D2BD423-CA31-8B72-7770-12008C287080}"/>
              </a:ext>
            </a:extLst>
          </p:cNvPr>
          <p:cNvSpPr/>
          <p:nvPr userDrawn="1"/>
        </p:nvSpPr>
        <p:spPr>
          <a:xfrm rot="5400000">
            <a:off x="1166050" y="934085"/>
            <a:ext cx="111576" cy="664231"/>
          </a:xfrm>
          <a:custGeom>
            <a:avLst/>
            <a:gdLst>
              <a:gd name="connsiteX0" fmla="*/ 0 w 54198"/>
              <a:gd name="connsiteY0" fmla="*/ 322651 h 322650"/>
              <a:gd name="connsiteX1" fmla="*/ 0 w 54198"/>
              <a:gd name="connsiteY1" fmla="*/ 322651 h 322650"/>
              <a:gd name="connsiteX2" fmla="*/ 0 w 54198"/>
              <a:gd name="connsiteY2" fmla="*/ 54119 h 322650"/>
              <a:gd name="connsiteX3" fmla="*/ 54199 w 54198"/>
              <a:gd name="connsiteY3" fmla="*/ 0 h 322650"/>
              <a:gd name="connsiteX4" fmla="*/ 54199 w 54198"/>
              <a:gd name="connsiteY4" fmla="*/ 0 h 322650"/>
              <a:gd name="connsiteX5" fmla="*/ 54199 w 54198"/>
              <a:gd name="connsiteY5" fmla="*/ 268531 h 322650"/>
              <a:gd name="connsiteX6" fmla="*/ 0 w 54198"/>
              <a:gd name="connsiteY6" fmla="*/ 322651 h 32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98" h="322650">
                <a:moveTo>
                  <a:pt x="0" y="322651"/>
                </a:moveTo>
                <a:lnTo>
                  <a:pt x="0" y="322651"/>
                </a:lnTo>
                <a:lnTo>
                  <a:pt x="0" y="54119"/>
                </a:lnTo>
                <a:cubicBezTo>
                  <a:pt x="0" y="24213"/>
                  <a:pt x="24248" y="0"/>
                  <a:pt x="54199" y="0"/>
                </a:cubicBezTo>
                <a:lnTo>
                  <a:pt x="54199" y="0"/>
                </a:lnTo>
                <a:lnTo>
                  <a:pt x="54199" y="268531"/>
                </a:lnTo>
                <a:cubicBezTo>
                  <a:pt x="54199" y="298438"/>
                  <a:pt x="29950" y="322651"/>
                  <a:pt x="0" y="322651"/>
                </a:cubicBezTo>
                <a:close/>
              </a:path>
            </a:pathLst>
          </a:custGeom>
          <a:solidFill>
            <a:schemeClr val="accent1"/>
          </a:solidFill>
          <a:ln w="6245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53024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A26CED8-31D9-981C-06D2-23AE31D81E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43728" y="0"/>
            <a:ext cx="7848272" cy="6858000"/>
          </a:xfrm>
          <a:custGeom>
            <a:avLst/>
            <a:gdLst>
              <a:gd name="connsiteX0" fmla="*/ 1661324 w 7848272"/>
              <a:gd name="connsiteY0" fmla="*/ 5105898 h 6858000"/>
              <a:gd name="connsiteX1" fmla="*/ 1661324 w 7848272"/>
              <a:gd name="connsiteY1" fmla="*/ 6858000 h 6858000"/>
              <a:gd name="connsiteX2" fmla="*/ 0 w 7848272"/>
              <a:gd name="connsiteY2" fmla="*/ 6858000 h 6858000"/>
              <a:gd name="connsiteX3" fmla="*/ 0 w 7848272"/>
              <a:gd name="connsiteY3" fmla="*/ 6770119 h 6858000"/>
              <a:gd name="connsiteX4" fmla="*/ 1661324 w 7848272"/>
              <a:gd name="connsiteY4" fmla="*/ 5105898 h 6858000"/>
              <a:gd name="connsiteX5" fmla="*/ 3784127 w 7848272"/>
              <a:gd name="connsiteY5" fmla="*/ 2823588 h 6858000"/>
              <a:gd name="connsiteX6" fmla="*/ 3784127 w 7848272"/>
              <a:gd name="connsiteY6" fmla="*/ 6858000 h 6858000"/>
              <a:gd name="connsiteX7" fmla="*/ 2122803 w 7848272"/>
              <a:gd name="connsiteY7" fmla="*/ 6858000 h 6858000"/>
              <a:gd name="connsiteX8" fmla="*/ 2122803 w 7848272"/>
              <a:gd name="connsiteY8" fmla="*/ 4487808 h 6858000"/>
              <a:gd name="connsiteX9" fmla="*/ 3784127 w 7848272"/>
              <a:gd name="connsiteY9" fmla="*/ 2823588 h 6858000"/>
              <a:gd name="connsiteX10" fmla="*/ 5785579 w 7848272"/>
              <a:gd name="connsiteY10" fmla="*/ 541276 h 6858000"/>
              <a:gd name="connsiteX11" fmla="*/ 5785579 w 7848272"/>
              <a:gd name="connsiteY11" fmla="*/ 6858000 h 6858000"/>
              <a:gd name="connsiteX12" fmla="*/ 4124255 w 7848272"/>
              <a:gd name="connsiteY12" fmla="*/ 6858000 h 6858000"/>
              <a:gd name="connsiteX13" fmla="*/ 4124255 w 7848272"/>
              <a:gd name="connsiteY13" fmla="*/ 2205497 h 6858000"/>
              <a:gd name="connsiteX14" fmla="*/ 5785579 w 7848272"/>
              <a:gd name="connsiteY14" fmla="*/ 541276 h 6858000"/>
              <a:gd name="connsiteX15" fmla="*/ 6211165 w 7848272"/>
              <a:gd name="connsiteY15" fmla="*/ 0 h 6858000"/>
              <a:gd name="connsiteX16" fmla="*/ 7848272 w 7848272"/>
              <a:gd name="connsiteY16" fmla="*/ 0 h 6858000"/>
              <a:gd name="connsiteX17" fmla="*/ 7848272 w 7848272"/>
              <a:gd name="connsiteY17" fmla="*/ 6858000 h 6858000"/>
              <a:gd name="connsiteX18" fmla="*/ 6211165 w 7848272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48272" h="6858000">
                <a:moveTo>
                  <a:pt x="1661324" y="5105898"/>
                </a:moveTo>
                <a:lnTo>
                  <a:pt x="1661324" y="6858000"/>
                </a:lnTo>
                <a:lnTo>
                  <a:pt x="0" y="6858000"/>
                </a:lnTo>
                <a:lnTo>
                  <a:pt x="0" y="6770119"/>
                </a:lnTo>
                <a:cubicBezTo>
                  <a:pt x="0" y="5850688"/>
                  <a:pt x="743494" y="5105898"/>
                  <a:pt x="1661324" y="5105898"/>
                </a:cubicBezTo>
                <a:close/>
                <a:moveTo>
                  <a:pt x="3784127" y="2823588"/>
                </a:moveTo>
                <a:lnTo>
                  <a:pt x="3784127" y="6858000"/>
                </a:lnTo>
                <a:lnTo>
                  <a:pt x="2122803" y="6858000"/>
                </a:lnTo>
                <a:lnTo>
                  <a:pt x="2122803" y="4487808"/>
                </a:lnTo>
                <a:cubicBezTo>
                  <a:pt x="2122803" y="3568378"/>
                  <a:pt x="2866297" y="2823588"/>
                  <a:pt x="3784127" y="2823588"/>
                </a:cubicBezTo>
                <a:close/>
                <a:moveTo>
                  <a:pt x="5785579" y="541276"/>
                </a:moveTo>
                <a:lnTo>
                  <a:pt x="5785579" y="6858000"/>
                </a:lnTo>
                <a:lnTo>
                  <a:pt x="4124255" y="6858000"/>
                </a:lnTo>
                <a:lnTo>
                  <a:pt x="4124255" y="2205497"/>
                </a:lnTo>
                <a:cubicBezTo>
                  <a:pt x="4124255" y="1286065"/>
                  <a:pt x="4867749" y="541276"/>
                  <a:pt x="5785579" y="541276"/>
                </a:cubicBezTo>
                <a:close/>
                <a:moveTo>
                  <a:pt x="6211165" y="0"/>
                </a:moveTo>
                <a:lnTo>
                  <a:pt x="7848272" y="0"/>
                </a:lnTo>
                <a:lnTo>
                  <a:pt x="7848272" y="6858000"/>
                </a:lnTo>
                <a:lnTo>
                  <a:pt x="6211165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L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D1E61FF-0891-EB79-C5E5-717D64FB1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7064"/>
            <a:ext cx="1892836" cy="101577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A162F1D-AC9B-6617-6ED1-0D4C95E198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02836"/>
            <a:ext cx="4873487" cy="2152788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2"/>
                </a:solidFill>
                <a:latin typeface="Dosis" panose="02010503020202060003" pitchFamily="2" charset="77"/>
              </a:defRPr>
            </a:lvl1pPr>
          </a:lstStyle>
          <a:p>
            <a:r>
              <a:rPr lang="en-US"/>
              <a:t>TITLE</a:t>
            </a:r>
            <a:endParaRPr lang="en-I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D2BD423-CA31-8B72-7770-12008C287080}"/>
              </a:ext>
            </a:extLst>
          </p:cNvPr>
          <p:cNvSpPr/>
          <p:nvPr userDrawn="1"/>
        </p:nvSpPr>
        <p:spPr>
          <a:xfrm rot="5400000">
            <a:off x="1166050" y="1160200"/>
            <a:ext cx="111576" cy="664231"/>
          </a:xfrm>
          <a:custGeom>
            <a:avLst/>
            <a:gdLst>
              <a:gd name="connsiteX0" fmla="*/ 0 w 54198"/>
              <a:gd name="connsiteY0" fmla="*/ 322651 h 322650"/>
              <a:gd name="connsiteX1" fmla="*/ 0 w 54198"/>
              <a:gd name="connsiteY1" fmla="*/ 322651 h 322650"/>
              <a:gd name="connsiteX2" fmla="*/ 0 w 54198"/>
              <a:gd name="connsiteY2" fmla="*/ 54119 h 322650"/>
              <a:gd name="connsiteX3" fmla="*/ 54199 w 54198"/>
              <a:gd name="connsiteY3" fmla="*/ 0 h 322650"/>
              <a:gd name="connsiteX4" fmla="*/ 54199 w 54198"/>
              <a:gd name="connsiteY4" fmla="*/ 0 h 322650"/>
              <a:gd name="connsiteX5" fmla="*/ 54199 w 54198"/>
              <a:gd name="connsiteY5" fmla="*/ 268531 h 322650"/>
              <a:gd name="connsiteX6" fmla="*/ 0 w 54198"/>
              <a:gd name="connsiteY6" fmla="*/ 322651 h 32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98" h="322650">
                <a:moveTo>
                  <a:pt x="0" y="322651"/>
                </a:moveTo>
                <a:lnTo>
                  <a:pt x="0" y="322651"/>
                </a:lnTo>
                <a:lnTo>
                  <a:pt x="0" y="54119"/>
                </a:lnTo>
                <a:cubicBezTo>
                  <a:pt x="0" y="24213"/>
                  <a:pt x="24248" y="0"/>
                  <a:pt x="54199" y="0"/>
                </a:cubicBezTo>
                <a:lnTo>
                  <a:pt x="54199" y="0"/>
                </a:lnTo>
                <a:lnTo>
                  <a:pt x="54199" y="268531"/>
                </a:lnTo>
                <a:cubicBezTo>
                  <a:pt x="54199" y="298438"/>
                  <a:pt x="29950" y="322651"/>
                  <a:pt x="0" y="322651"/>
                </a:cubicBezTo>
                <a:close/>
              </a:path>
            </a:pathLst>
          </a:custGeom>
          <a:solidFill>
            <a:schemeClr val="accent1"/>
          </a:solidFill>
          <a:ln w="6245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6409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D1E61FF-0891-EB79-C5E5-717D64FB1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7064"/>
            <a:ext cx="1892836" cy="101577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A162F1D-AC9B-6617-6ED1-0D4C95E198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31386"/>
            <a:ext cx="4873487" cy="2152788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2"/>
                </a:solidFill>
                <a:latin typeface="Dosis" panose="02010503020202060003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D2BD423-CA31-8B72-7770-12008C287080}"/>
              </a:ext>
            </a:extLst>
          </p:cNvPr>
          <p:cNvSpPr/>
          <p:nvPr userDrawn="1"/>
        </p:nvSpPr>
        <p:spPr>
          <a:xfrm rot="5400000">
            <a:off x="1166050" y="2246051"/>
            <a:ext cx="111576" cy="664231"/>
          </a:xfrm>
          <a:custGeom>
            <a:avLst/>
            <a:gdLst>
              <a:gd name="connsiteX0" fmla="*/ 0 w 54198"/>
              <a:gd name="connsiteY0" fmla="*/ 322651 h 322650"/>
              <a:gd name="connsiteX1" fmla="*/ 0 w 54198"/>
              <a:gd name="connsiteY1" fmla="*/ 322651 h 322650"/>
              <a:gd name="connsiteX2" fmla="*/ 0 w 54198"/>
              <a:gd name="connsiteY2" fmla="*/ 54119 h 322650"/>
              <a:gd name="connsiteX3" fmla="*/ 54199 w 54198"/>
              <a:gd name="connsiteY3" fmla="*/ 0 h 322650"/>
              <a:gd name="connsiteX4" fmla="*/ 54199 w 54198"/>
              <a:gd name="connsiteY4" fmla="*/ 0 h 322650"/>
              <a:gd name="connsiteX5" fmla="*/ 54199 w 54198"/>
              <a:gd name="connsiteY5" fmla="*/ 268531 h 322650"/>
              <a:gd name="connsiteX6" fmla="*/ 0 w 54198"/>
              <a:gd name="connsiteY6" fmla="*/ 322651 h 32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98" h="322650">
                <a:moveTo>
                  <a:pt x="0" y="322651"/>
                </a:moveTo>
                <a:lnTo>
                  <a:pt x="0" y="322651"/>
                </a:lnTo>
                <a:lnTo>
                  <a:pt x="0" y="54119"/>
                </a:lnTo>
                <a:cubicBezTo>
                  <a:pt x="0" y="24213"/>
                  <a:pt x="24248" y="0"/>
                  <a:pt x="54199" y="0"/>
                </a:cubicBezTo>
                <a:lnTo>
                  <a:pt x="54199" y="0"/>
                </a:lnTo>
                <a:lnTo>
                  <a:pt x="54199" y="268531"/>
                </a:lnTo>
                <a:cubicBezTo>
                  <a:pt x="54199" y="298438"/>
                  <a:pt x="29950" y="322651"/>
                  <a:pt x="0" y="322651"/>
                </a:cubicBezTo>
                <a:close/>
              </a:path>
            </a:pathLst>
          </a:custGeom>
          <a:solidFill>
            <a:schemeClr val="accent1"/>
          </a:solidFill>
          <a:ln w="6245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09926EB-9B58-6BE0-7A6A-0BA241A1814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55920" y="4982"/>
            <a:ext cx="3942308" cy="6853018"/>
          </a:xfrm>
          <a:custGeom>
            <a:avLst/>
            <a:gdLst>
              <a:gd name="connsiteX0" fmla="*/ 3942308 w 3942308"/>
              <a:gd name="connsiteY0" fmla="*/ 0 h 6853018"/>
              <a:gd name="connsiteX1" fmla="*/ 3942308 w 3942308"/>
              <a:gd name="connsiteY1" fmla="*/ 6853018 h 6853018"/>
              <a:gd name="connsiteX2" fmla="*/ 0 w 3942308"/>
              <a:gd name="connsiteY2" fmla="*/ 6853018 h 6853018"/>
              <a:gd name="connsiteX3" fmla="*/ 0 w 3942308"/>
              <a:gd name="connsiteY3" fmla="*/ 3941395 h 6853018"/>
              <a:gd name="connsiteX4" fmla="*/ 3942308 w 3942308"/>
              <a:gd name="connsiteY4" fmla="*/ 0 h 685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2308" h="6853018">
                <a:moveTo>
                  <a:pt x="3942308" y="0"/>
                </a:moveTo>
                <a:lnTo>
                  <a:pt x="3942308" y="6853018"/>
                </a:lnTo>
                <a:lnTo>
                  <a:pt x="0" y="6853018"/>
                </a:lnTo>
                <a:lnTo>
                  <a:pt x="0" y="3941395"/>
                </a:lnTo>
                <a:cubicBezTo>
                  <a:pt x="0" y="1763864"/>
                  <a:pt x="1764272" y="0"/>
                  <a:pt x="39423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CEA31D3A-7D22-9462-C138-45EDEECA49B6}"/>
              </a:ext>
            </a:extLst>
          </p:cNvPr>
          <p:cNvSpPr/>
          <p:nvPr/>
        </p:nvSpPr>
        <p:spPr>
          <a:xfrm>
            <a:off x="7507370" y="135692"/>
            <a:ext cx="3867114" cy="6722308"/>
          </a:xfrm>
          <a:custGeom>
            <a:avLst/>
            <a:gdLst>
              <a:gd name="connsiteX0" fmla="*/ 3867114 w 3867114"/>
              <a:gd name="connsiteY0" fmla="*/ 0 h 6722308"/>
              <a:gd name="connsiteX1" fmla="*/ 3867114 w 3867114"/>
              <a:gd name="connsiteY1" fmla="*/ 6722308 h 6722308"/>
              <a:gd name="connsiteX2" fmla="*/ 0 w 3867114"/>
              <a:gd name="connsiteY2" fmla="*/ 6722308 h 6722308"/>
              <a:gd name="connsiteX3" fmla="*/ 0 w 3867114"/>
              <a:gd name="connsiteY3" fmla="*/ 3866218 h 6722308"/>
              <a:gd name="connsiteX4" fmla="*/ 3867114 w 3867114"/>
              <a:gd name="connsiteY4" fmla="*/ 0 h 672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114" h="6722308">
                <a:moveTo>
                  <a:pt x="3867114" y="0"/>
                </a:moveTo>
                <a:lnTo>
                  <a:pt x="3867114" y="6722308"/>
                </a:lnTo>
                <a:lnTo>
                  <a:pt x="0" y="6722308"/>
                </a:lnTo>
                <a:lnTo>
                  <a:pt x="0" y="3866218"/>
                </a:lnTo>
                <a:cubicBezTo>
                  <a:pt x="0" y="1730221"/>
                  <a:pt x="1730621" y="0"/>
                  <a:pt x="3867114" y="0"/>
                </a:cubicBezTo>
                <a:close/>
              </a:path>
            </a:pathLst>
          </a:custGeom>
          <a:gradFill>
            <a:gsLst>
              <a:gs pos="9000">
                <a:schemeClr val="bg1">
                  <a:alpha val="2954"/>
                </a:schemeClr>
              </a:gs>
              <a:gs pos="91000">
                <a:schemeClr val="accent2">
                  <a:lumMod val="20000"/>
                  <a:lumOff val="80000"/>
                </a:schemeClr>
              </a:gs>
            </a:gsLst>
            <a:lin ang="14400000" scaled="0"/>
          </a:gradFill>
          <a:ln w="43508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914400" rtl="1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74135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D1E61FF-0891-EB79-C5E5-717D64FB1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7064"/>
            <a:ext cx="1892836" cy="101577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A162F1D-AC9B-6617-6ED1-0D4C95E198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148674"/>
            <a:ext cx="4873487" cy="2152788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2"/>
                </a:solidFill>
                <a:latin typeface="Dosis" panose="02010503020202060003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09926EB-9B58-6BE0-7A6A-0BA241A1814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55920" y="4982"/>
            <a:ext cx="3942308" cy="6853018"/>
          </a:xfrm>
          <a:custGeom>
            <a:avLst/>
            <a:gdLst>
              <a:gd name="connsiteX0" fmla="*/ 3942308 w 3942308"/>
              <a:gd name="connsiteY0" fmla="*/ 0 h 6853018"/>
              <a:gd name="connsiteX1" fmla="*/ 3942308 w 3942308"/>
              <a:gd name="connsiteY1" fmla="*/ 6853018 h 6853018"/>
              <a:gd name="connsiteX2" fmla="*/ 0 w 3942308"/>
              <a:gd name="connsiteY2" fmla="*/ 6853018 h 6853018"/>
              <a:gd name="connsiteX3" fmla="*/ 0 w 3942308"/>
              <a:gd name="connsiteY3" fmla="*/ 3941395 h 6853018"/>
              <a:gd name="connsiteX4" fmla="*/ 3942308 w 3942308"/>
              <a:gd name="connsiteY4" fmla="*/ 0 h 685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2308" h="6853018">
                <a:moveTo>
                  <a:pt x="3942308" y="0"/>
                </a:moveTo>
                <a:lnTo>
                  <a:pt x="3942308" y="6853018"/>
                </a:lnTo>
                <a:lnTo>
                  <a:pt x="0" y="6853018"/>
                </a:lnTo>
                <a:lnTo>
                  <a:pt x="0" y="3941395"/>
                </a:lnTo>
                <a:cubicBezTo>
                  <a:pt x="0" y="1763864"/>
                  <a:pt x="1764272" y="0"/>
                  <a:pt x="39423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17616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8D1E61FF-0891-EB79-C5E5-717D64FB1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7064"/>
            <a:ext cx="1892836" cy="101577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A162F1D-AC9B-6617-6ED1-0D4C95E198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073" y="439114"/>
            <a:ext cx="4873487" cy="636090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2"/>
                </a:solidFill>
                <a:latin typeface="Dosis" panose="02010503020202060003" pitchFamily="2" charset="77"/>
              </a:defRPr>
            </a:lvl1pPr>
          </a:lstStyle>
          <a:p>
            <a:r>
              <a:rPr lang="en-US"/>
              <a:t>CLICK TO EDIT</a:t>
            </a:r>
            <a:endParaRPr lang="en-I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D2BD423-CA31-8B72-7770-12008C287080}"/>
              </a:ext>
            </a:extLst>
          </p:cNvPr>
          <p:cNvSpPr/>
          <p:nvPr userDrawn="1"/>
        </p:nvSpPr>
        <p:spPr>
          <a:xfrm rot="5400000">
            <a:off x="1082923" y="910117"/>
            <a:ext cx="111576" cy="664231"/>
          </a:xfrm>
          <a:custGeom>
            <a:avLst/>
            <a:gdLst>
              <a:gd name="connsiteX0" fmla="*/ 0 w 54198"/>
              <a:gd name="connsiteY0" fmla="*/ 322651 h 322650"/>
              <a:gd name="connsiteX1" fmla="*/ 0 w 54198"/>
              <a:gd name="connsiteY1" fmla="*/ 322651 h 322650"/>
              <a:gd name="connsiteX2" fmla="*/ 0 w 54198"/>
              <a:gd name="connsiteY2" fmla="*/ 54119 h 322650"/>
              <a:gd name="connsiteX3" fmla="*/ 54199 w 54198"/>
              <a:gd name="connsiteY3" fmla="*/ 0 h 322650"/>
              <a:gd name="connsiteX4" fmla="*/ 54199 w 54198"/>
              <a:gd name="connsiteY4" fmla="*/ 0 h 322650"/>
              <a:gd name="connsiteX5" fmla="*/ 54199 w 54198"/>
              <a:gd name="connsiteY5" fmla="*/ 268531 h 322650"/>
              <a:gd name="connsiteX6" fmla="*/ 0 w 54198"/>
              <a:gd name="connsiteY6" fmla="*/ 322651 h 32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98" h="322650">
                <a:moveTo>
                  <a:pt x="0" y="322651"/>
                </a:moveTo>
                <a:lnTo>
                  <a:pt x="0" y="322651"/>
                </a:lnTo>
                <a:lnTo>
                  <a:pt x="0" y="54119"/>
                </a:lnTo>
                <a:cubicBezTo>
                  <a:pt x="0" y="24213"/>
                  <a:pt x="24248" y="0"/>
                  <a:pt x="54199" y="0"/>
                </a:cubicBezTo>
                <a:lnTo>
                  <a:pt x="54199" y="0"/>
                </a:lnTo>
                <a:lnTo>
                  <a:pt x="54199" y="268531"/>
                </a:lnTo>
                <a:cubicBezTo>
                  <a:pt x="54199" y="298438"/>
                  <a:pt x="29950" y="322651"/>
                  <a:pt x="0" y="322651"/>
                </a:cubicBezTo>
                <a:close/>
              </a:path>
            </a:pathLst>
          </a:custGeom>
          <a:solidFill>
            <a:schemeClr val="accent1"/>
          </a:solidFill>
          <a:ln w="6245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09926EB-9B58-6BE0-7A6A-0BA241A1814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55920" y="4982"/>
            <a:ext cx="3942308" cy="6853018"/>
          </a:xfrm>
          <a:custGeom>
            <a:avLst/>
            <a:gdLst>
              <a:gd name="connsiteX0" fmla="*/ 3942308 w 3942308"/>
              <a:gd name="connsiteY0" fmla="*/ 0 h 6853018"/>
              <a:gd name="connsiteX1" fmla="*/ 3942308 w 3942308"/>
              <a:gd name="connsiteY1" fmla="*/ 6853018 h 6853018"/>
              <a:gd name="connsiteX2" fmla="*/ 0 w 3942308"/>
              <a:gd name="connsiteY2" fmla="*/ 6853018 h 6853018"/>
              <a:gd name="connsiteX3" fmla="*/ 0 w 3942308"/>
              <a:gd name="connsiteY3" fmla="*/ 3941395 h 6853018"/>
              <a:gd name="connsiteX4" fmla="*/ 3942308 w 3942308"/>
              <a:gd name="connsiteY4" fmla="*/ 0 h 685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2308" h="6853018">
                <a:moveTo>
                  <a:pt x="3942308" y="0"/>
                </a:moveTo>
                <a:lnTo>
                  <a:pt x="3942308" y="6853018"/>
                </a:lnTo>
                <a:lnTo>
                  <a:pt x="0" y="6853018"/>
                </a:lnTo>
                <a:lnTo>
                  <a:pt x="0" y="3941395"/>
                </a:lnTo>
                <a:cubicBezTo>
                  <a:pt x="0" y="1763864"/>
                  <a:pt x="1764272" y="0"/>
                  <a:pt x="39423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ACFCE5C-1A61-B6A8-8E31-E8A5AE5898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94090" y="1963452"/>
            <a:ext cx="4077714" cy="4049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latin typeface="Fira Sans" panose="020B0503050000020004" pitchFamily="34" charset="0"/>
              </a:defRPr>
            </a:lvl1pPr>
          </a:lstStyle>
          <a:p>
            <a:pPr lvl="0"/>
            <a:r>
              <a:rPr lang="en-US"/>
              <a:t>Click to edit Master text </a:t>
            </a:r>
            <a:endParaRPr lang="en-IL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4A0ECAF4-82FB-BE36-24E7-F0B3EBEACC5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55840" y="1963452"/>
            <a:ext cx="3678691" cy="4049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latin typeface="Fira Sans" panose="020B0503050000020004" pitchFamily="34" charset="0"/>
              </a:defRPr>
            </a:lvl1pPr>
          </a:lstStyle>
          <a:p>
            <a:pPr lvl="0"/>
            <a:r>
              <a:rPr lang="en-US"/>
              <a:t>Click to edit Master text </a:t>
            </a:r>
            <a:endParaRPr lang="en-IL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8936586-9FEF-D686-3694-0DF8F4D0598D}"/>
              </a:ext>
            </a:extLst>
          </p:cNvPr>
          <p:cNvSpPr/>
          <p:nvPr userDrawn="1"/>
        </p:nvSpPr>
        <p:spPr>
          <a:xfrm rot="5400000">
            <a:off x="1082923" y="2144561"/>
            <a:ext cx="111576" cy="664231"/>
          </a:xfrm>
          <a:custGeom>
            <a:avLst/>
            <a:gdLst>
              <a:gd name="connsiteX0" fmla="*/ 0 w 54198"/>
              <a:gd name="connsiteY0" fmla="*/ 322651 h 322650"/>
              <a:gd name="connsiteX1" fmla="*/ 0 w 54198"/>
              <a:gd name="connsiteY1" fmla="*/ 322651 h 322650"/>
              <a:gd name="connsiteX2" fmla="*/ 0 w 54198"/>
              <a:gd name="connsiteY2" fmla="*/ 54119 h 322650"/>
              <a:gd name="connsiteX3" fmla="*/ 54199 w 54198"/>
              <a:gd name="connsiteY3" fmla="*/ 0 h 322650"/>
              <a:gd name="connsiteX4" fmla="*/ 54199 w 54198"/>
              <a:gd name="connsiteY4" fmla="*/ 0 h 322650"/>
              <a:gd name="connsiteX5" fmla="*/ 54199 w 54198"/>
              <a:gd name="connsiteY5" fmla="*/ 268531 h 322650"/>
              <a:gd name="connsiteX6" fmla="*/ 0 w 54198"/>
              <a:gd name="connsiteY6" fmla="*/ 322651 h 32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98" h="322650">
                <a:moveTo>
                  <a:pt x="0" y="322651"/>
                </a:moveTo>
                <a:lnTo>
                  <a:pt x="0" y="322651"/>
                </a:lnTo>
                <a:lnTo>
                  <a:pt x="0" y="54119"/>
                </a:lnTo>
                <a:cubicBezTo>
                  <a:pt x="0" y="24213"/>
                  <a:pt x="24248" y="0"/>
                  <a:pt x="54199" y="0"/>
                </a:cubicBezTo>
                <a:lnTo>
                  <a:pt x="54199" y="0"/>
                </a:lnTo>
                <a:lnTo>
                  <a:pt x="54199" y="268531"/>
                </a:lnTo>
                <a:cubicBezTo>
                  <a:pt x="54199" y="298438"/>
                  <a:pt x="29950" y="322651"/>
                  <a:pt x="0" y="322651"/>
                </a:cubicBezTo>
                <a:close/>
              </a:path>
            </a:pathLst>
          </a:custGeom>
          <a:solidFill>
            <a:schemeClr val="accent1"/>
          </a:solidFill>
          <a:ln w="6245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9C3D70A-09B6-0692-85D2-3F5B04ADCFD1}"/>
              </a:ext>
            </a:extLst>
          </p:cNvPr>
          <p:cNvSpPr/>
          <p:nvPr userDrawn="1"/>
        </p:nvSpPr>
        <p:spPr>
          <a:xfrm rot="5400000">
            <a:off x="5076184" y="2144562"/>
            <a:ext cx="111576" cy="664231"/>
          </a:xfrm>
          <a:custGeom>
            <a:avLst/>
            <a:gdLst>
              <a:gd name="connsiteX0" fmla="*/ 0 w 54198"/>
              <a:gd name="connsiteY0" fmla="*/ 322651 h 322650"/>
              <a:gd name="connsiteX1" fmla="*/ 0 w 54198"/>
              <a:gd name="connsiteY1" fmla="*/ 322651 h 322650"/>
              <a:gd name="connsiteX2" fmla="*/ 0 w 54198"/>
              <a:gd name="connsiteY2" fmla="*/ 54119 h 322650"/>
              <a:gd name="connsiteX3" fmla="*/ 54199 w 54198"/>
              <a:gd name="connsiteY3" fmla="*/ 0 h 322650"/>
              <a:gd name="connsiteX4" fmla="*/ 54199 w 54198"/>
              <a:gd name="connsiteY4" fmla="*/ 0 h 322650"/>
              <a:gd name="connsiteX5" fmla="*/ 54199 w 54198"/>
              <a:gd name="connsiteY5" fmla="*/ 268531 h 322650"/>
              <a:gd name="connsiteX6" fmla="*/ 0 w 54198"/>
              <a:gd name="connsiteY6" fmla="*/ 322651 h 32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98" h="322650">
                <a:moveTo>
                  <a:pt x="0" y="322651"/>
                </a:moveTo>
                <a:lnTo>
                  <a:pt x="0" y="322651"/>
                </a:lnTo>
                <a:lnTo>
                  <a:pt x="0" y="54119"/>
                </a:lnTo>
                <a:cubicBezTo>
                  <a:pt x="0" y="24213"/>
                  <a:pt x="24248" y="0"/>
                  <a:pt x="54199" y="0"/>
                </a:cubicBezTo>
                <a:lnTo>
                  <a:pt x="54199" y="0"/>
                </a:lnTo>
                <a:lnTo>
                  <a:pt x="54199" y="268531"/>
                </a:lnTo>
                <a:cubicBezTo>
                  <a:pt x="54199" y="298438"/>
                  <a:pt x="29950" y="322651"/>
                  <a:pt x="0" y="322651"/>
                </a:cubicBezTo>
                <a:close/>
              </a:path>
            </a:pathLst>
          </a:custGeom>
          <a:solidFill>
            <a:schemeClr val="accent1"/>
          </a:solidFill>
          <a:ln w="6245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B65C1A08-D3E6-1EBA-9ABE-9A1D4168D1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4090" y="2708920"/>
            <a:ext cx="4077714" cy="4049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0" i="0">
                <a:latin typeface="Fira Sans Light" panose="020B0403050000020004" pitchFamily="34" charset="0"/>
              </a:defRPr>
            </a:lvl1pPr>
          </a:lstStyle>
          <a:p>
            <a:pPr lvl="0"/>
            <a:r>
              <a:rPr lang="en-US"/>
              <a:t>Click to edit Master text </a:t>
            </a:r>
            <a:endParaRPr lang="en-IL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202D799B-466F-06D6-DCF1-F12288284CB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55840" y="2708920"/>
            <a:ext cx="3393878" cy="4049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0" i="0">
                <a:latin typeface="Fira Sans Light" panose="020B0403050000020004" pitchFamily="34" charset="0"/>
              </a:defRPr>
            </a:lvl1pPr>
          </a:lstStyle>
          <a:p>
            <a:pPr lvl="0"/>
            <a:r>
              <a:rPr lang="en-US"/>
              <a:t>Click to edit Master text 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025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162F1D-AC9B-6617-6ED1-0D4C95E198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9618" y="2689001"/>
            <a:ext cx="4873487" cy="2152788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Dosis" panose="02010503020202060003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2DF4148-634E-6E19-F00B-D0505010AE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4442" y="5773840"/>
            <a:ext cx="1590201" cy="739764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E62CA73-86C5-B34A-D81B-81F3CD8324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2" cy="6858000"/>
          </a:xfrm>
          <a:custGeom>
            <a:avLst/>
            <a:gdLst>
              <a:gd name="connsiteX0" fmla="*/ 0 w 6858002"/>
              <a:gd name="connsiteY0" fmla="*/ 0 h 6858000"/>
              <a:gd name="connsiteX1" fmla="*/ 6858002 w 6858002"/>
              <a:gd name="connsiteY1" fmla="*/ 0 h 6858000"/>
              <a:gd name="connsiteX2" fmla="*/ 6858002 w 6858002"/>
              <a:gd name="connsiteY2" fmla="*/ 1591 h 6858000"/>
              <a:gd name="connsiteX3" fmla="*/ 0 w 685800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2" h="6858000">
                <a:moveTo>
                  <a:pt x="0" y="0"/>
                </a:moveTo>
                <a:lnTo>
                  <a:pt x="6858002" y="0"/>
                </a:lnTo>
                <a:lnTo>
                  <a:pt x="6858002" y="1591"/>
                </a:lnTo>
                <a:cubicBezTo>
                  <a:pt x="6858002" y="3782527"/>
                  <a:pt x="3788891" y="6858000"/>
                  <a:pt x="0" y="685800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00089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ED2BD423-CA31-8B72-7770-12008C287080}"/>
              </a:ext>
            </a:extLst>
          </p:cNvPr>
          <p:cNvSpPr/>
          <p:nvPr userDrawn="1"/>
        </p:nvSpPr>
        <p:spPr>
          <a:xfrm rot="5400000">
            <a:off x="1124486" y="1178574"/>
            <a:ext cx="111576" cy="664231"/>
          </a:xfrm>
          <a:custGeom>
            <a:avLst/>
            <a:gdLst>
              <a:gd name="connsiteX0" fmla="*/ 0 w 54198"/>
              <a:gd name="connsiteY0" fmla="*/ 322651 h 322650"/>
              <a:gd name="connsiteX1" fmla="*/ 0 w 54198"/>
              <a:gd name="connsiteY1" fmla="*/ 322651 h 322650"/>
              <a:gd name="connsiteX2" fmla="*/ 0 w 54198"/>
              <a:gd name="connsiteY2" fmla="*/ 54119 h 322650"/>
              <a:gd name="connsiteX3" fmla="*/ 54199 w 54198"/>
              <a:gd name="connsiteY3" fmla="*/ 0 h 322650"/>
              <a:gd name="connsiteX4" fmla="*/ 54199 w 54198"/>
              <a:gd name="connsiteY4" fmla="*/ 0 h 322650"/>
              <a:gd name="connsiteX5" fmla="*/ 54199 w 54198"/>
              <a:gd name="connsiteY5" fmla="*/ 268531 h 322650"/>
              <a:gd name="connsiteX6" fmla="*/ 0 w 54198"/>
              <a:gd name="connsiteY6" fmla="*/ 322651 h 32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98" h="322650">
                <a:moveTo>
                  <a:pt x="0" y="322651"/>
                </a:moveTo>
                <a:lnTo>
                  <a:pt x="0" y="322651"/>
                </a:lnTo>
                <a:lnTo>
                  <a:pt x="0" y="54119"/>
                </a:lnTo>
                <a:cubicBezTo>
                  <a:pt x="0" y="24213"/>
                  <a:pt x="24248" y="0"/>
                  <a:pt x="54199" y="0"/>
                </a:cubicBezTo>
                <a:lnTo>
                  <a:pt x="54199" y="0"/>
                </a:lnTo>
                <a:lnTo>
                  <a:pt x="54199" y="268531"/>
                </a:lnTo>
                <a:cubicBezTo>
                  <a:pt x="54199" y="298438"/>
                  <a:pt x="29950" y="322651"/>
                  <a:pt x="0" y="322651"/>
                </a:cubicBezTo>
                <a:close/>
              </a:path>
            </a:pathLst>
          </a:custGeom>
          <a:solidFill>
            <a:schemeClr val="accent1"/>
          </a:solidFill>
          <a:ln w="6245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136795D4-6918-161E-C583-EE111544A1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193" y="644300"/>
            <a:ext cx="4152900" cy="8104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4800"/>
              </a:lnSpc>
              <a:spcBef>
                <a:spcPts val="800"/>
              </a:spcBef>
              <a:buFontTx/>
              <a:buNone/>
              <a:defRPr sz="4400" b="1" i="0">
                <a:solidFill>
                  <a:schemeClr val="accent2"/>
                </a:solidFill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HEADLINE</a:t>
            </a:r>
            <a:endParaRPr lang="en-IL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0BD0AE8-680E-97A1-CFF4-466742ABD6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93771" y="53787"/>
            <a:ext cx="7398229" cy="6804214"/>
          </a:xfrm>
          <a:custGeom>
            <a:avLst/>
            <a:gdLst>
              <a:gd name="connsiteX0" fmla="*/ 7398229 w 7398229"/>
              <a:gd name="connsiteY0" fmla="*/ 0 h 6804214"/>
              <a:gd name="connsiteX1" fmla="*/ 7398229 w 7398229"/>
              <a:gd name="connsiteY1" fmla="*/ 6804214 h 6804214"/>
              <a:gd name="connsiteX2" fmla="*/ 0 w 7398229"/>
              <a:gd name="connsiteY2" fmla="*/ 6804214 h 6804214"/>
              <a:gd name="connsiteX3" fmla="*/ 9770 w 7398229"/>
              <a:gd name="connsiteY3" fmla="*/ 6675672 h 6804214"/>
              <a:gd name="connsiteX4" fmla="*/ 6649192 w 7398229"/>
              <a:gd name="connsiteY4" fmla="*/ 37787 h 6804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98229" h="6804214">
                <a:moveTo>
                  <a:pt x="7398229" y="0"/>
                </a:moveTo>
                <a:lnTo>
                  <a:pt x="7398229" y="6804214"/>
                </a:lnTo>
                <a:lnTo>
                  <a:pt x="0" y="6804214"/>
                </a:lnTo>
                <a:lnTo>
                  <a:pt x="9770" y="6675672"/>
                </a:lnTo>
                <a:cubicBezTo>
                  <a:pt x="365164" y="3174632"/>
                  <a:pt x="3147341" y="393098"/>
                  <a:pt x="6649192" y="37787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L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71AE126-C40E-349C-AA26-BD4C959C0B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497" y="5773840"/>
            <a:ext cx="1590201" cy="73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52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0BD0AE8-680E-97A1-CFF4-466742ABD6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93771" y="53787"/>
            <a:ext cx="7398229" cy="6804214"/>
          </a:xfrm>
          <a:custGeom>
            <a:avLst/>
            <a:gdLst>
              <a:gd name="connsiteX0" fmla="*/ 7398229 w 7398229"/>
              <a:gd name="connsiteY0" fmla="*/ 0 h 6804214"/>
              <a:gd name="connsiteX1" fmla="*/ 7398229 w 7398229"/>
              <a:gd name="connsiteY1" fmla="*/ 6804214 h 6804214"/>
              <a:gd name="connsiteX2" fmla="*/ 0 w 7398229"/>
              <a:gd name="connsiteY2" fmla="*/ 6804214 h 6804214"/>
              <a:gd name="connsiteX3" fmla="*/ 9770 w 7398229"/>
              <a:gd name="connsiteY3" fmla="*/ 6675672 h 6804214"/>
              <a:gd name="connsiteX4" fmla="*/ 6649192 w 7398229"/>
              <a:gd name="connsiteY4" fmla="*/ 37787 h 6804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98229" h="6804214">
                <a:moveTo>
                  <a:pt x="7398229" y="0"/>
                </a:moveTo>
                <a:lnTo>
                  <a:pt x="7398229" y="6804214"/>
                </a:lnTo>
                <a:lnTo>
                  <a:pt x="0" y="6804214"/>
                </a:lnTo>
                <a:lnTo>
                  <a:pt x="9770" y="6675672"/>
                </a:lnTo>
                <a:cubicBezTo>
                  <a:pt x="365164" y="3174632"/>
                  <a:pt x="3147341" y="393098"/>
                  <a:pt x="6649192" y="37787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L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71AE126-C40E-349C-AA26-BD4C959C0B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497" y="5773840"/>
            <a:ext cx="1590201" cy="73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97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70DA1AB-06CA-155F-27EC-ED20DB44FF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7064"/>
            <a:ext cx="1892836" cy="1015777"/>
          </a:xfrm>
          <a:prstGeom prst="rect">
            <a:avLst/>
          </a:prstGeom>
        </p:spPr>
      </p:pic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136795D4-6918-161E-C583-EE111544A1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193" y="644300"/>
            <a:ext cx="4152900" cy="8104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4800"/>
              </a:lnSpc>
              <a:spcBef>
                <a:spcPts val="800"/>
              </a:spcBef>
              <a:buFontTx/>
              <a:buNone/>
              <a:defRPr sz="4400" b="1" i="0">
                <a:solidFill>
                  <a:schemeClr val="tx2"/>
                </a:solidFill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HEADLINE</a:t>
            </a:r>
            <a:endParaRPr lang="en-IL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0BD0AE8-680E-97A1-CFF4-466742ABD6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93771" y="53787"/>
            <a:ext cx="7398229" cy="6804214"/>
          </a:xfrm>
          <a:custGeom>
            <a:avLst/>
            <a:gdLst>
              <a:gd name="connsiteX0" fmla="*/ 7398229 w 7398229"/>
              <a:gd name="connsiteY0" fmla="*/ 0 h 6804214"/>
              <a:gd name="connsiteX1" fmla="*/ 7398229 w 7398229"/>
              <a:gd name="connsiteY1" fmla="*/ 6804214 h 6804214"/>
              <a:gd name="connsiteX2" fmla="*/ 0 w 7398229"/>
              <a:gd name="connsiteY2" fmla="*/ 6804214 h 6804214"/>
              <a:gd name="connsiteX3" fmla="*/ 9770 w 7398229"/>
              <a:gd name="connsiteY3" fmla="*/ 6675672 h 6804214"/>
              <a:gd name="connsiteX4" fmla="*/ 6649192 w 7398229"/>
              <a:gd name="connsiteY4" fmla="*/ 37787 h 6804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98229" h="6804214">
                <a:moveTo>
                  <a:pt x="7398229" y="0"/>
                </a:moveTo>
                <a:lnTo>
                  <a:pt x="7398229" y="6804214"/>
                </a:lnTo>
                <a:lnTo>
                  <a:pt x="0" y="6804214"/>
                </a:lnTo>
                <a:lnTo>
                  <a:pt x="9770" y="6675672"/>
                </a:lnTo>
                <a:cubicBezTo>
                  <a:pt x="365164" y="3174632"/>
                  <a:pt x="3147341" y="393098"/>
                  <a:pt x="6649192" y="37787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03795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41480848-CED8-385A-F568-CFD4C3D5EE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70DB8F2-3AAD-B70F-97B6-C6B17D340C47}"/>
              </a:ext>
            </a:extLst>
          </p:cNvPr>
          <p:cNvSpPr/>
          <p:nvPr userDrawn="1"/>
        </p:nvSpPr>
        <p:spPr>
          <a:xfrm>
            <a:off x="4343728" y="0"/>
            <a:ext cx="7848272" cy="6858000"/>
          </a:xfrm>
          <a:custGeom>
            <a:avLst/>
            <a:gdLst>
              <a:gd name="connsiteX0" fmla="*/ 1661324 w 7848272"/>
              <a:gd name="connsiteY0" fmla="*/ 5105898 h 6858000"/>
              <a:gd name="connsiteX1" fmla="*/ 1661324 w 7848272"/>
              <a:gd name="connsiteY1" fmla="*/ 6858000 h 6858000"/>
              <a:gd name="connsiteX2" fmla="*/ 0 w 7848272"/>
              <a:gd name="connsiteY2" fmla="*/ 6858000 h 6858000"/>
              <a:gd name="connsiteX3" fmla="*/ 0 w 7848272"/>
              <a:gd name="connsiteY3" fmla="*/ 6770119 h 6858000"/>
              <a:gd name="connsiteX4" fmla="*/ 1661324 w 7848272"/>
              <a:gd name="connsiteY4" fmla="*/ 5105898 h 6858000"/>
              <a:gd name="connsiteX5" fmla="*/ 3784127 w 7848272"/>
              <a:gd name="connsiteY5" fmla="*/ 2823588 h 6858000"/>
              <a:gd name="connsiteX6" fmla="*/ 3784127 w 7848272"/>
              <a:gd name="connsiteY6" fmla="*/ 6858000 h 6858000"/>
              <a:gd name="connsiteX7" fmla="*/ 2122803 w 7848272"/>
              <a:gd name="connsiteY7" fmla="*/ 6858000 h 6858000"/>
              <a:gd name="connsiteX8" fmla="*/ 2122803 w 7848272"/>
              <a:gd name="connsiteY8" fmla="*/ 4487808 h 6858000"/>
              <a:gd name="connsiteX9" fmla="*/ 3784127 w 7848272"/>
              <a:gd name="connsiteY9" fmla="*/ 2823588 h 6858000"/>
              <a:gd name="connsiteX10" fmla="*/ 5785579 w 7848272"/>
              <a:gd name="connsiteY10" fmla="*/ 541276 h 6858000"/>
              <a:gd name="connsiteX11" fmla="*/ 5785579 w 7848272"/>
              <a:gd name="connsiteY11" fmla="*/ 6858000 h 6858000"/>
              <a:gd name="connsiteX12" fmla="*/ 4124255 w 7848272"/>
              <a:gd name="connsiteY12" fmla="*/ 6858000 h 6858000"/>
              <a:gd name="connsiteX13" fmla="*/ 4124255 w 7848272"/>
              <a:gd name="connsiteY13" fmla="*/ 2205497 h 6858000"/>
              <a:gd name="connsiteX14" fmla="*/ 5785579 w 7848272"/>
              <a:gd name="connsiteY14" fmla="*/ 541276 h 6858000"/>
              <a:gd name="connsiteX15" fmla="*/ 6211165 w 7848272"/>
              <a:gd name="connsiteY15" fmla="*/ 0 h 6858000"/>
              <a:gd name="connsiteX16" fmla="*/ 7848272 w 7848272"/>
              <a:gd name="connsiteY16" fmla="*/ 0 h 6858000"/>
              <a:gd name="connsiteX17" fmla="*/ 7848272 w 7848272"/>
              <a:gd name="connsiteY17" fmla="*/ 6858000 h 6858000"/>
              <a:gd name="connsiteX18" fmla="*/ 6211165 w 7848272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48272" h="6858000">
                <a:moveTo>
                  <a:pt x="1661324" y="5105898"/>
                </a:moveTo>
                <a:lnTo>
                  <a:pt x="1661324" y="6858000"/>
                </a:lnTo>
                <a:lnTo>
                  <a:pt x="0" y="6858000"/>
                </a:lnTo>
                <a:lnTo>
                  <a:pt x="0" y="6770119"/>
                </a:lnTo>
                <a:cubicBezTo>
                  <a:pt x="0" y="5850688"/>
                  <a:pt x="743494" y="5105898"/>
                  <a:pt x="1661324" y="5105898"/>
                </a:cubicBezTo>
                <a:close/>
                <a:moveTo>
                  <a:pt x="3784127" y="2823588"/>
                </a:moveTo>
                <a:lnTo>
                  <a:pt x="3784127" y="6858000"/>
                </a:lnTo>
                <a:lnTo>
                  <a:pt x="2122803" y="6858000"/>
                </a:lnTo>
                <a:lnTo>
                  <a:pt x="2122803" y="4487808"/>
                </a:lnTo>
                <a:cubicBezTo>
                  <a:pt x="2122803" y="3568378"/>
                  <a:pt x="2866297" y="2823588"/>
                  <a:pt x="3784127" y="2823588"/>
                </a:cubicBezTo>
                <a:close/>
                <a:moveTo>
                  <a:pt x="5785579" y="541276"/>
                </a:moveTo>
                <a:lnTo>
                  <a:pt x="5785579" y="6858000"/>
                </a:lnTo>
                <a:lnTo>
                  <a:pt x="4124255" y="6858000"/>
                </a:lnTo>
                <a:lnTo>
                  <a:pt x="4124255" y="2205497"/>
                </a:lnTo>
                <a:cubicBezTo>
                  <a:pt x="4124255" y="1286065"/>
                  <a:pt x="4867749" y="541276"/>
                  <a:pt x="5785579" y="541276"/>
                </a:cubicBezTo>
                <a:close/>
                <a:moveTo>
                  <a:pt x="6211165" y="0"/>
                </a:moveTo>
                <a:lnTo>
                  <a:pt x="7848272" y="0"/>
                </a:lnTo>
                <a:lnTo>
                  <a:pt x="7848272" y="6858000"/>
                </a:lnTo>
                <a:lnTo>
                  <a:pt x="6211165" y="6858000"/>
                </a:lnTo>
                <a:close/>
              </a:path>
            </a:pathLst>
          </a:custGeom>
          <a:gradFill>
            <a:gsLst>
              <a:gs pos="11000">
                <a:schemeClr val="accent2">
                  <a:alpha val="0"/>
                </a:schemeClr>
              </a:gs>
              <a:gs pos="99000">
                <a:schemeClr val="accent2">
                  <a:alpha val="11000"/>
                </a:schemeClr>
              </a:gs>
            </a:gsLst>
            <a:lin ang="5400000" scaled="1"/>
          </a:gradFill>
          <a:ln w="18627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914400" rtl="1" eaLnBrk="1" latinLnBrk="0" hangingPunct="1"/>
            <a:endParaRPr lang="en-IL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3E468F63-667D-E69C-2874-49E6CE8ED2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2711"/>
            <a:ext cx="1892836" cy="1015777"/>
          </a:xfrm>
          <a:prstGeom prst="rect">
            <a:avLst/>
          </a:prstGeom>
        </p:spPr>
      </p:pic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0BE4D9CC-0318-2517-9998-E59A9DEFFA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193" y="644299"/>
            <a:ext cx="4152900" cy="16433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4800"/>
              </a:lnSpc>
              <a:spcBef>
                <a:spcPts val="800"/>
              </a:spcBef>
              <a:buFontTx/>
              <a:buNone/>
              <a:defRPr sz="4400" b="1" i="0">
                <a:solidFill>
                  <a:schemeClr val="accent1"/>
                </a:solidFill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CLICK TO EDIT SECTION TEXT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82223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9C2EE9BF-3F04-159F-838F-BD70B30AD4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193" y="644299"/>
            <a:ext cx="4152900" cy="16433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4800"/>
              </a:lnSpc>
              <a:spcBef>
                <a:spcPts val="800"/>
              </a:spcBef>
              <a:buFontTx/>
              <a:buNone/>
              <a:defRPr sz="4400" b="1" i="0">
                <a:solidFill>
                  <a:schemeClr val="tx2"/>
                </a:solidFill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HEADLINE</a:t>
            </a:r>
            <a:endParaRPr lang="en-IL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A118AC71-A0EA-A307-6344-4B1E586C91DE}"/>
              </a:ext>
            </a:extLst>
          </p:cNvPr>
          <p:cNvSpPr/>
          <p:nvPr userDrawn="1"/>
        </p:nvSpPr>
        <p:spPr>
          <a:xfrm>
            <a:off x="4343728" y="0"/>
            <a:ext cx="7848272" cy="6858000"/>
          </a:xfrm>
          <a:custGeom>
            <a:avLst/>
            <a:gdLst>
              <a:gd name="connsiteX0" fmla="*/ 1661324 w 7848272"/>
              <a:gd name="connsiteY0" fmla="*/ 5105898 h 6858000"/>
              <a:gd name="connsiteX1" fmla="*/ 1661324 w 7848272"/>
              <a:gd name="connsiteY1" fmla="*/ 6858000 h 6858000"/>
              <a:gd name="connsiteX2" fmla="*/ 0 w 7848272"/>
              <a:gd name="connsiteY2" fmla="*/ 6858000 h 6858000"/>
              <a:gd name="connsiteX3" fmla="*/ 0 w 7848272"/>
              <a:gd name="connsiteY3" fmla="*/ 6770119 h 6858000"/>
              <a:gd name="connsiteX4" fmla="*/ 1661324 w 7848272"/>
              <a:gd name="connsiteY4" fmla="*/ 5105898 h 6858000"/>
              <a:gd name="connsiteX5" fmla="*/ 3784127 w 7848272"/>
              <a:gd name="connsiteY5" fmla="*/ 2823588 h 6858000"/>
              <a:gd name="connsiteX6" fmla="*/ 3784127 w 7848272"/>
              <a:gd name="connsiteY6" fmla="*/ 6858000 h 6858000"/>
              <a:gd name="connsiteX7" fmla="*/ 2122803 w 7848272"/>
              <a:gd name="connsiteY7" fmla="*/ 6858000 h 6858000"/>
              <a:gd name="connsiteX8" fmla="*/ 2122803 w 7848272"/>
              <a:gd name="connsiteY8" fmla="*/ 4487808 h 6858000"/>
              <a:gd name="connsiteX9" fmla="*/ 3784127 w 7848272"/>
              <a:gd name="connsiteY9" fmla="*/ 2823588 h 6858000"/>
              <a:gd name="connsiteX10" fmla="*/ 5785579 w 7848272"/>
              <a:gd name="connsiteY10" fmla="*/ 541276 h 6858000"/>
              <a:gd name="connsiteX11" fmla="*/ 5785579 w 7848272"/>
              <a:gd name="connsiteY11" fmla="*/ 6858000 h 6858000"/>
              <a:gd name="connsiteX12" fmla="*/ 4124255 w 7848272"/>
              <a:gd name="connsiteY12" fmla="*/ 6858000 h 6858000"/>
              <a:gd name="connsiteX13" fmla="*/ 4124255 w 7848272"/>
              <a:gd name="connsiteY13" fmla="*/ 2205497 h 6858000"/>
              <a:gd name="connsiteX14" fmla="*/ 5785579 w 7848272"/>
              <a:gd name="connsiteY14" fmla="*/ 541276 h 6858000"/>
              <a:gd name="connsiteX15" fmla="*/ 6211165 w 7848272"/>
              <a:gd name="connsiteY15" fmla="*/ 0 h 6858000"/>
              <a:gd name="connsiteX16" fmla="*/ 7848272 w 7848272"/>
              <a:gd name="connsiteY16" fmla="*/ 0 h 6858000"/>
              <a:gd name="connsiteX17" fmla="*/ 7848272 w 7848272"/>
              <a:gd name="connsiteY17" fmla="*/ 6858000 h 6858000"/>
              <a:gd name="connsiteX18" fmla="*/ 6211165 w 7848272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48272" h="6858000">
                <a:moveTo>
                  <a:pt x="1661324" y="5105898"/>
                </a:moveTo>
                <a:lnTo>
                  <a:pt x="1661324" y="6858000"/>
                </a:lnTo>
                <a:lnTo>
                  <a:pt x="0" y="6858000"/>
                </a:lnTo>
                <a:lnTo>
                  <a:pt x="0" y="6770119"/>
                </a:lnTo>
                <a:cubicBezTo>
                  <a:pt x="0" y="5850688"/>
                  <a:pt x="743494" y="5105898"/>
                  <a:pt x="1661324" y="5105898"/>
                </a:cubicBezTo>
                <a:close/>
                <a:moveTo>
                  <a:pt x="3784127" y="2823588"/>
                </a:moveTo>
                <a:lnTo>
                  <a:pt x="3784127" y="6858000"/>
                </a:lnTo>
                <a:lnTo>
                  <a:pt x="2122803" y="6858000"/>
                </a:lnTo>
                <a:lnTo>
                  <a:pt x="2122803" y="4487808"/>
                </a:lnTo>
                <a:cubicBezTo>
                  <a:pt x="2122803" y="3568378"/>
                  <a:pt x="2866297" y="2823588"/>
                  <a:pt x="3784127" y="2823588"/>
                </a:cubicBezTo>
                <a:close/>
                <a:moveTo>
                  <a:pt x="5785579" y="541276"/>
                </a:moveTo>
                <a:lnTo>
                  <a:pt x="5785579" y="6858000"/>
                </a:lnTo>
                <a:lnTo>
                  <a:pt x="4124255" y="6858000"/>
                </a:lnTo>
                <a:lnTo>
                  <a:pt x="4124255" y="2205497"/>
                </a:lnTo>
                <a:cubicBezTo>
                  <a:pt x="4124255" y="1286065"/>
                  <a:pt x="4867749" y="541276"/>
                  <a:pt x="5785579" y="541276"/>
                </a:cubicBezTo>
                <a:close/>
                <a:moveTo>
                  <a:pt x="6211165" y="0"/>
                </a:moveTo>
                <a:lnTo>
                  <a:pt x="7848272" y="0"/>
                </a:lnTo>
                <a:lnTo>
                  <a:pt x="7848272" y="6858000"/>
                </a:lnTo>
                <a:lnTo>
                  <a:pt x="6211165" y="6858000"/>
                </a:lnTo>
                <a:close/>
              </a:path>
            </a:pathLst>
          </a:custGeom>
          <a:gradFill>
            <a:gsLst>
              <a:gs pos="11000">
                <a:schemeClr val="accent2">
                  <a:alpha val="0"/>
                </a:schemeClr>
              </a:gs>
              <a:gs pos="99000">
                <a:schemeClr val="accent2">
                  <a:alpha val="11000"/>
                </a:schemeClr>
              </a:gs>
            </a:gsLst>
            <a:lin ang="5400000" scaled="1"/>
          </a:gradFill>
          <a:ln w="18627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914400" rtl="1" eaLnBrk="1" latinLnBrk="0" hangingPunct="1"/>
            <a:endParaRPr lang="en-IL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121DB637-79DF-FA00-95F3-7EB1D243F7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2711"/>
            <a:ext cx="1892836" cy="10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90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9C2EE9BF-3F04-159F-838F-BD70B30AD4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193" y="359487"/>
            <a:ext cx="4152900" cy="6898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4800"/>
              </a:lnSpc>
              <a:spcBef>
                <a:spcPts val="800"/>
              </a:spcBef>
              <a:buFontTx/>
              <a:buNone/>
              <a:defRPr sz="4400" b="1" i="0">
                <a:solidFill>
                  <a:schemeClr val="tx2"/>
                </a:solidFill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HEADLINE</a:t>
            </a:r>
            <a:endParaRPr lang="en-IL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A118AC71-A0EA-A307-6344-4B1E586C91DE}"/>
              </a:ext>
            </a:extLst>
          </p:cNvPr>
          <p:cNvSpPr/>
          <p:nvPr userDrawn="1"/>
        </p:nvSpPr>
        <p:spPr>
          <a:xfrm>
            <a:off x="4343728" y="0"/>
            <a:ext cx="7848272" cy="6858000"/>
          </a:xfrm>
          <a:custGeom>
            <a:avLst/>
            <a:gdLst>
              <a:gd name="connsiteX0" fmla="*/ 1661324 w 7848272"/>
              <a:gd name="connsiteY0" fmla="*/ 5105898 h 6858000"/>
              <a:gd name="connsiteX1" fmla="*/ 1661324 w 7848272"/>
              <a:gd name="connsiteY1" fmla="*/ 6858000 h 6858000"/>
              <a:gd name="connsiteX2" fmla="*/ 0 w 7848272"/>
              <a:gd name="connsiteY2" fmla="*/ 6858000 h 6858000"/>
              <a:gd name="connsiteX3" fmla="*/ 0 w 7848272"/>
              <a:gd name="connsiteY3" fmla="*/ 6770119 h 6858000"/>
              <a:gd name="connsiteX4" fmla="*/ 1661324 w 7848272"/>
              <a:gd name="connsiteY4" fmla="*/ 5105898 h 6858000"/>
              <a:gd name="connsiteX5" fmla="*/ 3784127 w 7848272"/>
              <a:gd name="connsiteY5" fmla="*/ 2823588 h 6858000"/>
              <a:gd name="connsiteX6" fmla="*/ 3784127 w 7848272"/>
              <a:gd name="connsiteY6" fmla="*/ 6858000 h 6858000"/>
              <a:gd name="connsiteX7" fmla="*/ 2122803 w 7848272"/>
              <a:gd name="connsiteY7" fmla="*/ 6858000 h 6858000"/>
              <a:gd name="connsiteX8" fmla="*/ 2122803 w 7848272"/>
              <a:gd name="connsiteY8" fmla="*/ 4487808 h 6858000"/>
              <a:gd name="connsiteX9" fmla="*/ 3784127 w 7848272"/>
              <a:gd name="connsiteY9" fmla="*/ 2823588 h 6858000"/>
              <a:gd name="connsiteX10" fmla="*/ 5785579 w 7848272"/>
              <a:gd name="connsiteY10" fmla="*/ 541276 h 6858000"/>
              <a:gd name="connsiteX11" fmla="*/ 5785579 w 7848272"/>
              <a:gd name="connsiteY11" fmla="*/ 6858000 h 6858000"/>
              <a:gd name="connsiteX12" fmla="*/ 4124255 w 7848272"/>
              <a:gd name="connsiteY12" fmla="*/ 6858000 h 6858000"/>
              <a:gd name="connsiteX13" fmla="*/ 4124255 w 7848272"/>
              <a:gd name="connsiteY13" fmla="*/ 2205497 h 6858000"/>
              <a:gd name="connsiteX14" fmla="*/ 5785579 w 7848272"/>
              <a:gd name="connsiteY14" fmla="*/ 541276 h 6858000"/>
              <a:gd name="connsiteX15" fmla="*/ 6211165 w 7848272"/>
              <a:gd name="connsiteY15" fmla="*/ 0 h 6858000"/>
              <a:gd name="connsiteX16" fmla="*/ 7848272 w 7848272"/>
              <a:gd name="connsiteY16" fmla="*/ 0 h 6858000"/>
              <a:gd name="connsiteX17" fmla="*/ 7848272 w 7848272"/>
              <a:gd name="connsiteY17" fmla="*/ 6858000 h 6858000"/>
              <a:gd name="connsiteX18" fmla="*/ 6211165 w 7848272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48272" h="6858000">
                <a:moveTo>
                  <a:pt x="1661324" y="5105898"/>
                </a:moveTo>
                <a:lnTo>
                  <a:pt x="1661324" y="6858000"/>
                </a:lnTo>
                <a:lnTo>
                  <a:pt x="0" y="6858000"/>
                </a:lnTo>
                <a:lnTo>
                  <a:pt x="0" y="6770119"/>
                </a:lnTo>
                <a:cubicBezTo>
                  <a:pt x="0" y="5850688"/>
                  <a:pt x="743494" y="5105898"/>
                  <a:pt x="1661324" y="5105898"/>
                </a:cubicBezTo>
                <a:close/>
                <a:moveTo>
                  <a:pt x="3784127" y="2823588"/>
                </a:moveTo>
                <a:lnTo>
                  <a:pt x="3784127" y="6858000"/>
                </a:lnTo>
                <a:lnTo>
                  <a:pt x="2122803" y="6858000"/>
                </a:lnTo>
                <a:lnTo>
                  <a:pt x="2122803" y="4487808"/>
                </a:lnTo>
                <a:cubicBezTo>
                  <a:pt x="2122803" y="3568378"/>
                  <a:pt x="2866297" y="2823588"/>
                  <a:pt x="3784127" y="2823588"/>
                </a:cubicBezTo>
                <a:close/>
                <a:moveTo>
                  <a:pt x="5785579" y="541276"/>
                </a:moveTo>
                <a:lnTo>
                  <a:pt x="5785579" y="6858000"/>
                </a:lnTo>
                <a:lnTo>
                  <a:pt x="4124255" y="6858000"/>
                </a:lnTo>
                <a:lnTo>
                  <a:pt x="4124255" y="2205497"/>
                </a:lnTo>
                <a:cubicBezTo>
                  <a:pt x="4124255" y="1286065"/>
                  <a:pt x="4867749" y="541276"/>
                  <a:pt x="5785579" y="541276"/>
                </a:cubicBezTo>
                <a:close/>
                <a:moveTo>
                  <a:pt x="6211165" y="0"/>
                </a:moveTo>
                <a:lnTo>
                  <a:pt x="7848272" y="0"/>
                </a:lnTo>
                <a:lnTo>
                  <a:pt x="7848272" y="6858000"/>
                </a:lnTo>
                <a:lnTo>
                  <a:pt x="6211165" y="6858000"/>
                </a:lnTo>
                <a:close/>
              </a:path>
            </a:pathLst>
          </a:custGeom>
          <a:gradFill>
            <a:gsLst>
              <a:gs pos="11000">
                <a:schemeClr val="accent2">
                  <a:alpha val="0"/>
                </a:schemeClr>
              </a:gs>
              <a:gs pos="99000">
                <a:schemeClr val="accent2">
                  <a:alpha val="11000"/>
                </a:schemeClr>
              </a:gs>
            </a:gsLst>
            <a:lin ang="5400000" scaled="1"/>
          </a:gradFill>
          <a:ln w="18627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914400" rtl="1" eaLnBrk="1" latinLnBrk="0" hangingPunct="1"/>
            <a:endParaRPr lang="en-IL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121DB637-79DF-FA00-95F3-7EB1D243F7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2711"/>
            <a:ext cx="1892836" cy="101577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1C356B5-171F-4D8F-EAE6-BDDDE2CFAD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4360" y="1334125"/>
            <a:ext cx="3642610" cy="1903751"/>
          </a:xfrm>
          <a:custGeom>
            <a:avLst/>
            <a:gdLst>
              <a:gd name="connsiteX0" fmla="*/ 889851 w 3028014"/>
              <a:gd name="connsiteY0" fmla="*/ 0 h 1903751"/>
              <a:gd name="connsiteX1" fmla="*/ 3028014 w 3028014"/>
              <a:gd name="connsiteY1" fmla="*/ 0 h 1903751"/>
              <a:gd name="connsiteX2" fmla="*/ 3028014 w 3028014"/>
              <a:gd name="connsiteY2" fmla="*/ 1013900 h 1903751"/>
              <a:gd name="connsiteX3" fmla="*/ 2138163 w 3028014"/>
              <a:gd name="connsiteY3" fmla="*/ 1903751 h 1903751"/>
              <a:gd name="connsiteX4" fmla="*/ 0 w 3028014"/>
              <a:gd name="connsiteY4" fmla="*/ 1903751 h 1903751"/>
              <a:gd name="connsiteX5" fmla="*/ 0 w 3028014"/>
              <a:gd name="connsiteY5" fmla="*/ 889851 h 1903751"/>
              <a:gd name="connsiteX6" fmla="*/ 889851 w 3028014"/>
              <a:gd name="connsiteY6" fmla="*/ 0 h 1903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8014" h="1903751">
                <a:moveTo>
                  <a:pt x="889851" y="0"/>
                </a:moveTo>
                <a:lnTo>
                  <a:pt x="3028014" y="0"/>
                </a:lnTo>
                <a:lnTo>
                  <a:pt x="3028014" y="1013900"/>
                </a:lnTo>
                <a:cubicBezTo>
                  <a:pt x="3028014" y="1505351"/>
                  <a:pt x="2629614" y="1903751"/>
                  <a:pt x="2138163" y="1903751"/>
                </a:cubicBezTo>
                <a:lnTo>
                  <a:pt x="0" y="1903751"/>
                </a:lnTo>
                <a:lnTo>
                  <a:pt x="0" y="889851"/>
                </a:lnTo>
                <a:cubicBezTo>
                  <a:pt x="0" y="398400"/>
                  <a:pt x="398400" y="0"/>
                  <a:pt x="88985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L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0053022-7E50-141D-2888-C5109EAC95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28048" y="1334125"/>
            <a:ext cx="3642610" cy="1903751"/>
          </a:xfrm>
          <a:custGeom>
            <a:avLst/>
            <a:gdLst>
              <a:gd name="connsiteX0" fmla="*/ 889851 w 3028014"/>
              <a:gd name="connsiteY0" fmla="*/ 0 h 1903751"/>
              <a:gd name="connsiteX1" fmla="*/ 3028014 w 3028014"/>
              <a:gd name="connsiteY1" fmla="*/ 0 h 1903751"/>
              <a:gd name="connsiteX2" fmla="*/ 3028014 w 3028014"/>
              <a:gd name="connsiteY2" fmla="*/ 1013900 h 1903751"/>
              <a:gd name="connsiteX3" fmla="*/ 2138163 w 3028014"/>
              <a:gd name="connsiteY3" fmla="*/ 1903751 h 1903751"/>
              <a:gd name="connsiteX4" fmla="*/ 0 w 3028014"/>
              <a:gd name="connsiteY4" fmla="*/ 1903751 h 1903751"/>
              <a:gd name="connsiteX5" fmla="*/ 0 w 3028014"/>
              <a:gd name="connsiteY5" fmla="*/ 889851 h 1903751"/>
              <a:gd name="connsiteX6" fmla="*/ 889851 w 3028014"/>
              <a:gd name="connsiteY6" fmla="*/ 0 h 1903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8014" h="1903751">
                <a:moveTo>
                  <a:pt x="889851" y="0"/>
                </a:moveTo>
                <a:lnTo>
                  <a:pt x="3028014" y="0"/>
                </a:lnTo>
                <a:lnTo>
                  <a:pt x="3028014" y="1013900"/>
                </a:lnTo>
                <a:cubicBezTo>
                  <a:pt x="3028014" y="1505351"/>
                  <a:pt x="2629614" y="1903751"/>
                  <a:pt x="2138163" y="1903751"/>
                </a:cubicBezTo>
                <a:lnTo>
                  <a:pt x="0" y="1903751"/>
                </a:lnTo>
                <a:lnTo>
                  <a:pt x="0" y="889851"/>
                </a:lnTo>
                <a:cubicBezTo>
                  <a:pt x="0" y="398400"/>
                  <a:pt x="398400" y="0"/>
                  <a:pt x="88985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27305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A118AC71-A0EA-A307-6344-4B1E586C91DE}"/>
              </a:ext>
            </a:extLst>
          </p:cNvPr>
          <p:cNvSpPr/>
          <p:nvPr userDrawn="1"/>
        </p:nvSpPr>
        <p:spPr>
          <a:xfrm>
            <a:off x="4343728" y="0"/>
            <a:ext cx="7848272" cy="6858000"/>
          </a:xfrm>
          <a:custGeom>
            <a:avLst/>
            <a:gdLst>
              <a:gd name="connsiteX0" fmla="*/ 1661324 w 7848272"/>
              <a:gd name="connsiteY0" fmla="*/ 5105898 h 6858000"/>
              <a:gd name="connsiteX1" fmla="*/ 1661324 w 7848272"/>
              <a:gd name="connsiteY1" fmla="*/ 6858000 h 6858000"/>
              <a:gd name="connsiteX2" fmla="*/ 0 w 7848272"/>
              <a:gd name="connsiteY2" fmla="*/ 6858000 h 6858000"/>
              <a:gd name="connsiteX3" fmla="*/ 0 w 7848272"/>
              <a:gd name="connsiteY3" fmla="*/ 6770119 h 6858000"/>
              <a:gd name="connsiteX4" fmla="*/ 1661324 w 7848272"/>
              <a:gd name="connsiteY4" fmla="*/ 5105898 h 6858000"/>
              <a:gd name="connsiteX5" fmla="*/ 3784127 w 7848272"/>
              <a:gd name="connsiteY5" fmla="*/ 2823588 h 6858000"/>
              <a:gd name="connsiteX6" fmla="*/ 3784127 w 7848272"/>
              <a:gd name="connsiteY6" fmla="*/ 6858000 h 6858000"/>
              <a:gd name="connsiteX7" fmla="*/ 2122803 w 7848272"/>
              <a:gd name="connsiteY7" fmla="*/ 6858000 h 6858000"/>
              <a:gd name="connsiteX8" fmla="*/ 2122803 w 7848272"/>
              <a:gd name="connsiteY8" fmla="*/ 4487808 h 6858000"/>
              <a:gd name="connsiteX9" fmla="*/ 3784127 w 7848272"/>
              <a:gd name="connsiteY9" fmla="*/ 2823588 h 6858000"/>
              <a:gd name="connsiteX10" fmla="*/ 5785579 w 7848272"/>
              <a:gd name="connsiteY10" fmla="*/ 541276 h 6858000"/>
              <a:gd name="connsiteX11" fmla="*/ 5785579 w 7848272"/>
              <a:gd name="connsiteY11" fmla="*/ 6858000 h 6858000"/>
              <a:gd name="connsiteX12" fmla="*/ 4124255 w 7848272"/>
              <a:gd name="connsiteY12" fmla="*/ 6858000 h 6858000"/>
              <a:gd name="connsiteX13" fmla="*/ 4124255 w 7848272"/>
              <a:gd name="connsiteY13" fmla="*/ 2205497 h 6858000"/>
              <a:gd name="connsiteX14" fmla="*/ 5785579 w 7848272"/>
              <a:gd name="connsiteY14" fmla="*/ 541276 h 6858000"/>
              <a:gd name="connsiteX15" fmla="*/ 6211165 w 7848272"/>
              <a:gd name="connsiteY15" fmla="*/ 0 h 6858000"/>
              <a:gd name="connsiteX16" fmla="*/ 7848272 w 7848272"/>
              <a:gd name="connsiteY16" fmla="*/ 0 h 6858000"/>
              <a:gd name="connsiteX17" fmla="*/ 7848272 w 7848272"/>
              <a:gd name="connsiteY17" fmla="*/ 6858000 h 6858000"/>
              <a:gd name="connsiteX18" fmla="*/ 6211165 w 7848272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48272" h="6858000">
                <a:moveTo>
                  <a:pt x="1661324" y="5105898"/>
                </a:moveTo>
                <a:lnTo>
                  <a:pt x="1661324" y="6858000"/>
                </a:lnTo>
                <a:lnTo>
                  <a:pt x="0" y="6858000"/>
                </a:lnTo>
                <a:lnTo>
                  <a:pt x="0" y="6770119"/>
                </a:lnTo>
                <a:cubicBezTo>
                  <a:pt x="0" y="5850688"/>
                  <a:pt x="743494" y="5105898"/>
                  <a:pt x="1661324" y="5105898"/>
                </a:cubicBezTo>
                <a:close/>
                <a:moveTo>
                  <a:pt x="3784127" y="2823588"/>
                </a:moveTo>
                <a:lnTo>
                  <a:pt x="3784127" y="6858000"/>
                </a:lnTo>
                <a:lnTo>
                  <a:pt x="2122803" y="6858000"/>
                </a:lnTo>
                <a:lnTo>
                  <a:pt x="2122803" y="4487808"/>
                </a:lnTo>
                <a:cubicBezTo>
                  <a:pt x="2122803" y="3568378"/>
                  <a:pt x="2866297" y="2823588"/>
                  <a:pt x="3784127" y="2823588"/>
                </a:cubicBezTo>
                <a:close/>
                <a:moveTo>
                  <a:pt x="5785579" y="541276"/>
                </a:moveTo>
                <a:lnTo>
                  <a:pt x="5785579" y="6858000"/>
                </a:lnTo>
                <a:lnTo>
                  <a:pt x="4124255" y="6858000"/>
                </a:lnTo>
                <a:lnTo>
                  <a:pt x="4124255" y="2205497"/>
                </a:lnTo>
                <a:cubicBezTo>
                  <a:pt x="4124255" y="1286065"/>
                  <a:pt x="4867749" y="541276"/>
                  <a:pt x="5785579" y="541276"/>
                </a:cubicBezTo>
                <a:close/>
                <a:moveTo>
                  <a:pt x="6211165" y="0"/>
                </a:moveTo>
                <a:lnTo>
                  <a:pt x="7848272" y="0"/>
                </a:lnTo>
                <a:lnTo>
                  <a:pt x="7848272" y="6858000"/>
                </a:lnTo>
                <a:lnTo>
                  <a:pt x="6211165" y="6858000"/>
                </a:lnTo>
                <a:close/>
              </a:path>
            </a:pathLst>
          </a:custGeom>
          <a:gradFill>
            <a:gsLst>
              <a:gs pos="11000">
                <a:schemeClr val="accent2">
                  <a:alpha val="0"/>
                </a:schemeClr>
              </a:gs>
              <a:gs pos="99000">
                <a:schemeClr val="accent2">
                  <a:alpha val="11000"/>
                </a:schemeClr>
              </a:gs>
            </a:gsLst>
            <a:lin ang="5400000" scaled="1"/>
          </a:gradFill>
          <a:ln w="18627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914400" rtl="1" eaLnBrk="1" latinLnBrk="0" hangingPunct="1"/>
            <a:endParaRPr lang="en-IL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121DB637-79DF-FA00-95F3-7EB1D243F7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2711"/>
            <a:ext cx="1892836" cy="101577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658C0B0-76A7-05F8-3F17-7C53DF1513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49612" y="1110321"/>
            <a:ext cx="8326595" cy="4866733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D764C75-B88E-E92A-DB1B-BF6C3C73F2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2330" y="1939770"/>
            <a:ext cx="5129213" cy="3078163"/>
          </a:xfrm>
          <a:prstGeom prst="rect">
            <a:avLst/>
          </a:prstGeom>
        </p:spPr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54465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8020FBE1-40C2-5A1C-1383-6CDF310591F7}"/>
              </a:ext>
            </a:extLst>
          </p:cNvPr>
          <p:cNvSpPr/>
          <p:nvPr userDrawn="1"/>
        </p:nvSpPr>
        <p:spPr>
          <a:xfrm>
            <a:off x="4667322" y="1"/>
            <a:ext cx="7524678" cy="6858000"/>
          </a:xfrm>
          <a:custGeom>
            <a:avLst/>
            <a:gdLst>
              <a:gd name="connsiteX0" fmla="*/ 7524678 w 7524678"/>
              <a:gd name="connsiteY0" fmla="*/ 0 h 6858000"/>
              <a:gd name="connsiteX1" fmla="*/ 7524678 w 7524678"/>
              <a:gd name="connsiteY1" fmla="*/ 6858000 h 6858000"/>
              <a:gd name="connsiteX2" fmla="*/ 0 w 7524678"/>
              <a:gd name="connsiteY2" fmla="*/ 6858000 h 6858000"/>
              <a:gd name="connsiteX3" fmla="*/ 5666 w 7524678"/>
              <a:gd name="connsiteY3" fmla="*/ 6783444 h 6858000"/>
              <a:gd name="connsiteX4" fmla="*/ 6751677 w 7524678"/>
              <a:gd name="connsiteY4" fmla="*/ 38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4678" h="6858000">
                <a:moveTo>
                  <a:pt x="7524678" y="0"/>
                </a:moveTo>
                <a:lnTo>
                  <a:pt x="7524678" y="6858000"/>
                </a:lnTo>
                <a:lnTo>
                  <a:pt x="0" y="6858000"/>
                </a:lnTo>
                <a:lnTo>
                  <a:pt x="5666" y="6783444"/>
                </a:lnTo>
                <a:cubicBezTo>
                  <a:pt x="366765" y="3226199"/>
                  <a:pt x="3193608" y="400011"/>
                  <a:pt x="6751677" y="38996"/>
                </a:cubicBezTo>
                <a:close/>
              </a:path>
            </a:pathLst>
          </a:custGeom>
          <a:gradFill>
            <a:gsLst>
              <a:gs pos="11000">
                <a:schemeClr val="accent2">
                  <a:alpha val="3508"/>
                </a:schemeClr>
              </a:gs>
              <a:gs pos="99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L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121DB637-79DF-FA00-95F3-7EB1D243F7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2711"/>
            <a:ext cx="1892836" cy="101577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658C0B0-76A7-05F8-3F17-7C53DF1513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0552" y="133350"/>
            <a:ext cx="10788296" cy="6305549"/>
          </a:xfrm>
          <a:prstGeom prst="rect">
            <a:avLst/>
          </a:prstGeom>
        </p:spPr>
      </p:pic>
      <p:sp>
        <p:nvSpPr>
          <p:cNvPr id="14" name="Media Placeholder 13">
            <a:extLst>
              <a:ext uri="{FF2B5EF4-FFF2-40B4-BE49-F238E27FC236}">
                <a16:creationId xmlns:a16="http://schemas.microsoft.com/office/drawing/2014/main" id="{FDF32AF8-555E-A1F1-5561-2637E2E77A10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781300" y="1200150"/>
            <a:ext cx="6705600" cy="3981450"/>
          </a:xfrm>
          <a:prstGeom prst="rect">
            <a:avLst/>
          </a:prstGeom>
        </p:spPr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01464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F88CC64-2CDB-D7D0-C103-A4D682E0A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584" y="418099"/>
            <a:ext cx="8949336" cy="8521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4400" b="1" i="0" spc="0">
                <a:solidFill>
                  <a:schemeClr val="tx2"/>
                </a:solidFill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TABLE</a:t>
            </a:r>
            <a:endParaRPr lang="en-I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D432DF5-E863-7CBD-9D35-02C7105BF2C5}"/>
              </a:ext>
            </a:extLst>
          </p:cNvPr>
          <p:cNvSpPr/>
          <p:nvPr userDrawn="1"/>
        </p:nvSpPr>
        <p:spPr>
          <a:xfrm rot="5400000">
            <a:off x="1073285" y="920832"/>
            <a:ext cx="111576" cy="664231"/>
          </a:xfrm>
          <a:custGeom>
            <a:avLst/>
            <a:gdLst>
              <a:gd name="connsiteX0" fmla="*/ 0 w 54198"/>
              <a:gd name="connsiteY0" fmla="*/ 322651 h 322650"/>
              <a:gd name="connsiteX1" fmla="*/ 0 w 54198"/>
              <a:gd name="connsiteY1" fmla="*/ 322651 h 322650"/>
              <a:gd name="connsiteX2" fmla="*/ 0 w 54198"/>
              <a:gd name="connsiteY2" fmla="*/ 54119 h 322650"/>
              <a:gd name="connsiteX3" fmla="*/ 54199 w 54198"/>
              <a:gd name="connsiteY3" fmla="*/ 0 h 322650"/>
              <a:gd name="connsiteX4" fmla="*/ 54199 w 54198"/>
              <a:gd name="connsiteY4" fmla="*/ 0 h 322650"/>
              <a:gd name="connsiteX5" fmla="*/ 54199 w 54198"/>
              <a:gd name="connsiteY5" fmla="*/ 268531 h 322650"/>
              <a:gd name="connsiteX6" fmla="*/ 0 w 54198"/>
              <a:gd name="connsiteY6" fmla="*/ 322651 h 32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98" h="322650">
                <a:moveTo>
                  <a:pt x="0" y="322651"/>
                </a:moveTo>
                <a:lnTo>
                  <a:pt x="0" y="322651"/>
                </a:lnTo>
                <a:lnTo>
                  <a:pt x="0" y="54119"/>
                </a:lnTo>
                <a:cubicBezTo>
                  <a:pt x="0" y="24213"/>
                  <a:pt x="24248" y="0"/>
                  <a:pt x="54199" y="0"/>
                </a:cubicBezTo>
                <a:lnTo>
                  <a:pt x="54199" y="0"/>
                </a:lnTo>
                <a:lnTo>
                  <a:pt x="54199" y="268531"/>
                </a:lnTo>
                <a:cubicBezTo>
                  <a:pt x="54199" y="298438"/>
                  <a:pt x="29950" y="322651"/>
                  <a:pt x="0" y="322651"/>
                </a:cubicBezTo>
                <a:close/>
              </a:path>
            </a:pathLst>
          </a:custGeom>
          <a:solidFill>
            <a:schemeClr val="accent1"/>
          </a:solidFill>
          <a:ln w="6245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2EA34EB-AF23-5421-8DA9-2AB954AFE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2711"/>
            <a:ext cx="1892836" cy="10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407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F88CC64-2CDB-D7D0-C103-A4D682E0A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584" y="418099"/>
            <a:ext cx="8949336" cy="8521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4400" b="1" i="0" spc="0">
                <a:solidFill>
                  <a:schemeClr val="tx2"/>
                </a:solidFill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TABLE</a:t>
            </a:r>
            <a:endParaRPr lang="en-IL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2EA34EB-AF23-5421-8DA9-2AB954AFE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2711"/>
            <a:ext cx="1892836" cy="1015777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70B998BE-A75F-D900-0DA8-059047DA7D20}"/>
              </a:ext>
            </a:extLst>
          </p:cNvPr>
          <p:cNvSpPr/>
          <p:nvPr userDrawn="1"/>
        </p:nvSpPr>
        <p:spPr>
          <a:xfrm>
            <a:off x="4343728" y="0"/>
            <a:ext cx="7848272" cy="6858000"/>
          </a:xfrm>
          <a:custGeom>
            <a:avLst/>
            <a:gdLst>
              <a:gd name="connsiteX0" fmla="*/ 1661324 w 7848272"/>
              <a:gd name="connsiteY0" fmla="*/ 5105898 h 6858000"/>
              <a:gd name="connsiteX1" fmla="*/ 1661324 w 7848272"/>
              <a:gd name="connsiteY1" fmla="*/ 6858000 h 6858000"/>
              <a:gd name="connsiteX2" fmla="*/ 0 w 7848272"/>
              <a:gd name="connsiteY2" fmla="*/ 6858000 h 6858000"/>
              <a:gd name="connsiteX3" fmla="*/ 0 w 7848272"/>
              <a:gd name="connsiteY3" fmla="*/ 6770119 h 6858000"/>
              <a:gd name="connsiteX4" fmla="*/ 1661324 w 7848272"/>
              <a:gd name="connsiteY4" fmla="*/ 5105898 h 6858000"/>
              <a:gd name="connsiteX5" fmla="*/ 3784127 w 7848272"/>
              <a:gd name="connsiteY5" fmla="*/ 2823588 h 6858000"/>
              <a:gd name="connsiteX6" fmla="*/ 3784127 w 7848272"/>
              <a:gd name="connsiteY6" fmla="*/ 6858000 h 6858000"/>
              <a:gd name="connsiteX7" fmla="*/ 2122803 w 7848272"/>
              <a:gd name="connsiteY7" fmla="*/ 6858000 h 6858000"/>
              <a:gd name="connsiteX8" fmla="*/ 2122803 w 7848272"/>
              <a:gd name="connsiteY8" fmla="*/ 4487808 h 6858000"/>
              <a:gd name="connsiteX9" fmla="*/ 3784127 w 7848272"/>
              <a:gd name="connsiteY9" fmla="*/ 2823588 h 6858000"/>
              <a:gd name="connsiteX10" fmla="*/ 5785579 w 7848272"/>
              <a:gd name="connsiteY10" fmla="*/ 541276 h 6858000"/>
              <a:gd name="connsiteX11" fmla="*/ 5785579 w 7848272"/>
              <a:gd name="connsiteY11" fmla="*/ 6858000 h 6858000"/>
              <a:gd name="connsiteX12" fmla="*/ 4124255 w 7848272"/>
              <a:gd name="connsiteY12" fmla="*/ 6858000 h 6858000"/>
              <a:gd name="connsiteX13" fmla="*/ 4124255 w 7848272"/>
              <a:gd name="connsiteY13" fmla="*/ 2205497 h 6858000"/>
              <a:gd name="connsiteX14" fmla="*/ 5785579 w 7848272"/>
              <a:gd name="connsiteY14" fmla="*/ 541276 h 6858000"/>
              <a:gd name="connsiteX15" fmla="*/ 6211165 w 7848272"/>
              <a:gd name="connsiteY15" fmla="*/ 0 h 6858000"/>
              <a:gd name="connsiteX16" fmla="*/ 7848272 w 7848272"/>
              <a:gd name="connsiteY16" fmla="*/ 0 h 6858000"/>
              <a:gd name="connsiteX17" fmla="*/ 7848272 w 7848272"/>
              <a:gd name="connsiteY17" fmla="*/ 6858000 h 6858000"/>
              <a:gd name="connsiteX18" fmla="*/ 6211165 w 7848272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48272" h="6858000">
                <a:moveTo>
                  <a:pt x="1661324" y="5105898"/>
                </a:moveTo>
                <a:lnTo>
                  <a:pt x="1661324" y="6858000"/>
                </a:lnTo>
                <a:lnTo>
                  <a:pt x="0" y="6858000"/>
                </a:lnTo>
                <a:lnTo>
                  <a:pt x="0" y="6770119"/>
                </a:lnTo>
                <a:cubicBezTo>
                  <a:pt x="0" y="5850688"/>
                  <a:pt x="743494" y="5105898"/>
                  <a:pt x="1661324" y="5105898"/>
                </a:cubicBezTo>
                <a:close/>
                <a:moveTo>
                  <a:pt x="3784127" y="2823588"/>
                </a:moveTo>
                <a:lnTo>
                  <a:pt x="3784127" y="6858000"/>
                </a:lnTo>
                <a:lnTo>
                  <a:pt x="2122803" y="6858000"/>
                </a:lnTo>
                <a:lnTo>
                  <a:pt x="2122803" y="4487808"/>
                </a:lnTo>
                <a:cubicBezTo>
                  <a:pt x="2122803" y="3568378"/>
                  <a:pt x="2866297" y="2823588"/>
                  <a:pt x="3784127" y="2823588"/>
                </a:cubicBezTo>
                <a:close/>
                <a:moveTo>
                  <a:pt x="5785579" y="541276"/>
                </a:moveTo>
                <a:lnTo>
                  <a:pt x="5785579" y="6858000"/>
                </a:lnTo>
                <a:lnTo>
                  <a:pt x="4124255" y="6858000"/>
                </a:lnTo>
                <a:lnTo>
                  <a:pt x="4124255" y="2205497"/>
                </a:lnTo>
                <a:cubicBezTo>
                  <a:pt x="4124255" y="1286065"/>
                  <a:pt x="4867749" y="541276"/>
                  <a:pt x="5785579" y="541276"/>
                </a:cubicBezTo>
                <a:close/>
                <a:moveTo>
                  <a:pt x="6211165" y="0"/>
                </a:moveTo>
                <a:lnTo>
                  <a:pt x="7848272" y="0"/>
                </a:lnTo>
                <a:lnTo>
                  <a:pt x="7848272" y="6858000"/>
                </a:lnTo>
                <a:lnTo>
                  <a:pt x="6211165" y="6858000"/>
                </a:lnTo>
                <a:close/>
              </a:path>
            </a:pathLst>
          </a:custGeom>
          <a:gradFill>
            <a:gsLst>
              <a:gs pos="11000">
                <a:schemeClr val="accent2">
                  <a:alpha val="0"/>
                </a:schemeClr>
              </a:gs>
              <a:gs pos="99000">
                <a:schemeClr val="bg1">
                  <a:alpha val="66024"/>
                </a:schemeClr>
              </a:gs>
            </a:gsLst>
            <a:lin ang="5400000" scaled="1"/>
          </a:gradFill>
          <a:ln w="18627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59564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F88CC64-2CDB-D7D0-C103-A4D682E0A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584" y="418099"/>
            <a:ext cx="8949336" cy="8521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4400" b="1" i="0" spc="0">
                <a:solidFill>
                  <a:schemeClr val="tx2"/>
                </a:solidFill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HEADLINE</a:t>
            </a:r>
            <a:endParaRPr lang="en-I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D432DF5-E863-7CBD-9D35-02C7105BF2C5}"/>
              </a:ext>
            </a:extLst>
          </p:cNvPr>
          <p:cNvSpPr/>
          <p:nvPr userDrawn="1"/>
        </p:nvSpPr>
        <p:spPr>
          <a:xfrm rot="5400000">
            <a:off x="1073285" y="920832"/>
            <a:ext cx="111576" cy="664231"/>
          </a:xfrm>
          <a:custGeom>
            <a:avLst/>
            <a:gdLst>
              <a:gd name="connsiteX0" fmla="*/ 0 w 54198"/>
              <a:gd name="connsiteY0" fmla="*/ 322651 h 322650"/>
              <a:gd name="connsiteX1" fmla="*/ 0 w 54198"/>
              <a:gd name="connsiteY1" fmla="*/ 322651 h 322650"/>
              <a:gd name="connsiteX2" fmla="*/ 0 w 54198"/>
              <a:gd name="connsiteY2" fmla="*/ 54119 h 322650"/>
              <a:gd name="connsiteX3" fmla="*/ 54199 w 54198"/>
              <a:gd name="connsiteY3" fmla="*/ 0 h 322650"/>
              <a:gd name="connsiteX4" fmla="*/ 54199 w 54198"/>
              <a:gd name="connsiteY4" fmla="*/ 0 h 322650"/>
              <a:gd name="connsiteX5" fmla="*/ 54199 w 54198"/>
              <a:gd name="connsiteY5" fmla="*/ 268531 h 322650"/>
              <a:gd name="connsiteX6" fmla="*/ 0 w 54198"/>
              <a:gd name="connsiteY6" fmla="*/ 322651 h 32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98" h="322650">
                <a:moveTo>
                  <a:pt x="0" y="322651"/>
                </a:moveTo>
                <a:lnTo>
                  <a:pt x="0" y="322651"/>
                </a:lnTo>
                <a:lnTo>
                  <a:pt x="0" y="54119"/>
                </a:lnTo>
                <a:cubicBezTo>
                  <a:pt x="0" y="24213"/>
                  <a:pt x="24248" y="0"/>
                  <a:pt x="54199" y="0"/>
                </a:cubicBezTo>
                <a:lnTo>
                  <a:pt x="54199" y="0"/>
                </a:lnTo>
                <a:lnTo>
                  <a:pt x="54199" y="268531"/>
                </a:lnTo>
                <a:cubicBezTo>
                  <a:pt x="54199" y="298438"/>
                  <a:pt x="29950" y="322651"/>
                  <a:pt x="0" y="322651"/>
                </a:cubicBezTo>
                <a:close/>
              </a:path>
            </a:pathLst>
          </a:custGeom>
          <a:solidFill>
            <a:schemeClr val="accent1"/>
          </a:solidFill>
          <a:ln w="6245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2EA34EB-AF23-5421-8DA9-2AB954AFE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2711"/>
            <a:ext cx="1892836" cy="10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60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F88CC64-2CDB-D7D0-C103-A4D682E0A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584" y="418099"/>
            <a:ext cx="8949336" cy="8521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4400" b="1" i="0" spc="0">
                <a:solidFill>
                  <a:schemeClr val="tx2"/>
                </a:solidFill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CHART TITLE</a:t>
            </a:r>
            <a:endParaRPr lang="en-I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D432DF5-E863-7CBD-9D35-02C7105BF2C5}"/>
              </a:ext>
            </a:extLst>
          </p:cNvPr>
          <p:cNvSpPr/>
          <p:nvPr userDrawn="1"/>
        </p:nvSpPr>
        <p:spPr>
          <a:xfrm rot="5400000">
            <a:off x="1073285" y="920832"/>
            <a:ext cx="111576" cy="664231"/>
          </a:xfrm>
          <a:custGeom>
            <a:avLst/>
            <a:gdLst>
              <a:gd name="connsiteX0" fmla="*/ 0 w 54198"/>
              <a:gd name="connsiteY0" fmla="*/ 322651 h 322650"/>
              <a:gd name="connsiteX1" fmla="*/ 0 w 54198"/>
              <a:gd name="connsiteY1" fmla="*/ 322651 h 322650"/>
              <a:gd name="connsiteX2" fmla="*/ 0 w 54198"/>
              <a:gd name="connsiteY2" fmla="*/ 54119 h 322650"/>
              <a:gd name="connsiteX3" fmla="*/ 54199 w 54198"/>
              <a:gd name="connsiteY3" fmla="*/ 0 h 322650"/>
              <a:gd name="connsiteX4" fmla="*/ 54199 w 54198"/>
              <a:gd name="connsiteY4" fmla="*/ 0 h 322650"/>
              <a:gd name="connsiteX5" fmla="*/ 54199 w 54198"/>
              <a:gd name="connsiteY5" fmla="*/ 268531 h 322650"/>
              <a:gd name="connsiteX6" fmla="*/ 0 w 54198"/>
              <a:gd name="connsiteY6" fmla="*/ 322651 h 32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98" h="322650">
                <a:moveTo>
                  <a:pt x="0" y="322651"/>
                </a:moveTo>
                <a:lnTo>
                  <a:pt x="0" y="322651"/>
                </a:lnTo>
                <a:lnTo>
                  <a:pt x="0" y="54119"/>
                </a:lnTo>
                <a:cubicBezTo>
                  <a:pt x="0" y="24213"/>
                  <a:pt x="24248" y="0"/>
                  <a:pt x="54199" y="0"/>
                </a:cubicBezTo>
                <a:lnTo>
                  <a:pt x="54199" y="0"/>
                </a:lnTo>
                <a:lnTo>
                  <a:pt x="54199" y="268531"/>
                </a:lnTo>
                <a:cubicBezTo>
                  <a:pt x="54199" y="298438"/>
                  <a:pt x="29950" y="322651"/>
                  <a:pt x="0" y="322651"/>
                </a:cubicBezTo>
                <a:close/>
              </a:path>
            </a:pathLst>
          </a:custGeom>
          <a:solidFill>
            <a:schemeClr val="accent1"/>
          </a:solidFill>
          <a:ln w="6245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2EA34EB-AF23-5421-8DA9-2AB954AFE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2711"/>
            <a:ext cx="1892836" cy="101577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711CF3E-B4E2-8739-87CA-FE2D36AD5ED5}"/>
              </a:ext>
            </a:extLst>
          </p:cNvPr>
          <p:cNvGrpSpPr/>
          <p:nvPr userDrawn="1"/>
        </p:nvGrpSpPr>
        <p:grpSpPr>
          <a:xfrm>
            <a:off x="2308650" y="5257300"/>
            <a:ext cx="7416676" cy="925332"/>
            <a:chOff x="2308650" y="5257300"/>
            <a:chExt cx="7416676" cy="925332"/>
          </a:xfrm>
        </p:grpSpPr>
        <p:pic>
          <p:nvPicPr>
            <p:cNvPr id="9" name="Picture 8" descr="Background pattern&#10;&#10;Description automatically generated">
              <a:extLst>
                <a:ext uri="{FF2B5EF4-FFF2-40B4-BE49-F238E27FC236}">
                  <a16:creationId xmlns:a16="http://schemas.microsoft.com/office/drawing/2014/main" id="{FB753A36-E652-DDD2-BFEA-8E9D5EAF8D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16200000">
              <a:off x="3984682" y="3581268"/>
              <a:ext cx="925331" cy="4277396"/>
            </a:xfrm>
            <a:prstGeom prst="rect">
              <a:avLst/>
            </a:prstGeom>
          </p:spPr>
        </p:pic>
        <p:pic>
          <p:nvPicPr>
            <p:cNvPr id="10" name="Picture 9" descr="Background pattern&#10;&#10;Description automatically generated">
              <a:extLst>
                <a:ext uri="{FF2B5EF4-FFF2-40B4-BE49-F238E27FC236}">
                  <a16:creationId xmlns:a16="http://schemas.microsoft.com/office/drawing/2014/main" id="{365B9F26-0BE0-9660-18D0-4D36679741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16200000">
              <a:off x="7123962" y="3581269"/>
              <a:ext cx="925331" cy="42773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81418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F88CC64-2CDB-D7D0-C103-A4D682E0A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584" y="418099"/>
            <a:ext cx="8949336" cy="8521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4400" b="1" i="0" spc="0">
                <a:solidFill>
                  <a:schemeClr val="tx2"/>
                </a:solidFill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TITLE</a:t>
            </a:r>
            <a:endParaRPr lang="en-I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D432DF5-E863-7CBD-9D35-02C7105BF2C5}"/>
              </a:ext>
            </a:extLst>
          </p:cNvPr>
          <p:cNvSpPr/>
          <p:nvPr userDrawn="1"/>
        </p:nvSpPr>
        <p:spPr>
          <a:xfrm rot="5400000">
            <a:off x="1073285" y="920832"/>
            <a:ext cx="111576" cy="664231"/>
          </a:xfrm>
          <a:custGeom>
            <a:avLst/>
            <a:gdLst>
              <a:gd name="connsiteX0" fmla="*/ 0 w 54198"/>
              <a:gd name="connsiteY0" fmla="*/ 322651 h 322650"/>
              <a:gd name="connsiteX1" fmla="*/ 0 w 54198"/>
              <a:gd name="connsiteY1" fmla="*/ 322651 h 322650"/>
              <a:gd name="connsiteX2" fmla="*/ 0 w 54198"/>
              <a:gd name="connsiteY2" fmla="*/ 54119 h 322650"/>
              <a:gd name="connsiteX3" fmla="*/ 54199 w 54198"/>
              <a:gd name="connsiteY3" fmla="*/ 0 h 322650"/>
              <a:gd name="connsiteX4" fmla="*/ 54199 w 54198"/>
              <a:gd name="connsiteY4" fmla="*/ 0 h 322650"/>
              <a:gd name="connsiteX5" fmla="*/ 54199 w 54198"/>
              <a:gd name="connsiteY5" fmla="*/ 268531 h 322650"/>
              <a:gd name="connsiteX6" fmla="*/ 0 w 54198"/>
              <a:gd name="connsiteY6" fmla="*/ 322651 h 32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98" h="322650">
                <a:moveTo>
                  <a:pt x="0" y="322651"/>
                </a:moveTo>
                <a:lnTo>
                  <a:pt x="0" y="322651"/>
                </a:lnTo>
                <a:lnTo>
                  <a:pt x="0" y="54119"/>
                </a:lnTo>
                <a:cubicBezTo>
                  <a:pt x="0" y="24213"/>
                  <a:pt x="24248" y="0"/>
                  <a:pt x="54199" y="0"/>
                </a:cubicBezTo>
                <a:lnTo>
                  <a:pt x="54199" y="0"/>
                </a:lnTo>
                <a:lnTo>
                  <a:pt x="54199" y="268531"/>
                </a:lnTo>
                <a:cubicBezTo>
                  <a:pt x="54199" y="298438"/>
                  <a:pt x="29950" y="322651"/>
                  <a:pt x="0" y="322651"/>
                </a:cubicBezTo>
                <a:close/>
              </a:path>
            </a:pathLst>
          </a:custGeom>
          <a:solidFill>
            <a:schemeClr val="accent1"/>
          </a:solidFill>
          <a:ln w="6245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2EA34EB-AF23-5421-8DA9-2AB954AFE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2711"/>
            <a:ext cx="1892836" cy="1015777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2D521726-BB66-114B-55B3-4BE4A30BFECC}"/>
              </a:ext>
            </a:extLst>
          </p:cNvPr>
          <p:cNvSpPr/>
          <p:nvPr userDrawn="1"/>
        </p:nvSpPr>
        <p:spPr>
          <a:xfrm>
            <a:off x="4343728" y="0"/>
            <a:ext cx="7848272" cy="6858000"/>
          </a:xfrm>
          <a:custGeom>
            <a:avLst/>
            <a:gdLst>
              <a:gd name="connsiteX0" fmla="*/ 1661324 w 7848272"/>
              <a:gd name="connsiteY0" fmla="*/ 5105898 h 6858000"/>
              <a:gd name="connsiteX1" fmla="*/ 1661324 w 7848272"/>
              <a:gd name="connsiteY1" fmla="*/ 6858000 h 6858000"/>
              <a:gd name="connsiteX2" fmla="*/ 0 w 7848272"/>
              <a:gd name="connsiteY2" fmla="*/ 6858000 h 6858000"/>
              <a:gd name="connsiteX3" fmla="*/ 0 w 7848272"/>
              <a:gd name="connsiteY3" fmla="*/ 6770119 h 6858000"/>
              <a:gd name="connsiteX4" fmla="*/ 1661324 w 7848272"/>
              <a:gd name="connsiteY4" fmla="*/ 5105898 h 6858000"/>
              <a:gd name="connsiteX5" fmla="*/ 3784127 w 7848272"/>
              <a:gd name="connsiteY5" fmla="*/ 2823588 h 6858000"/>
              <a:gd name="connsiteX6" fmla="*/ 3784127 w 7848272"/>
              <a:gd name="connsiteY6" fmla="*/ 6858000 h 6858000"/>
              <a:gd name="connsiteX7" fmla="*/ 2122803 w 7848272"/>
              <a:gd name="connsiteY7" fmla="*/ 6858000 h 6858000"/>
              <a:gd name="connsiteX8" fmla="*/ 2122803 w 7848272"/>
              <a:gd name="connsiteY8" fmla="*/ 4487808 h 6858000"/>
              <a:gd name="connsiteX9" fmla="*/ 3784127 w 7848272"/>
              <a:gd name="connsiteY9" fmla="*/ 2823588 h 6858000"/>
              <a:gd name="connsiteX10" fmla="*/ 5785579 w 7848272"/>
              <a:gd name="connsiteY10" fmla="*/ 541276 h 6858000"/>
              <a:gd name="connsiteX11" fmla="*/ 5785579 w 7848272"/>
              <a:gd name="connsiteY11" fmla="*/ 6858000 h 6858000"/>
              <a:gd name="connsiteX12" fmla="*/ 4124255 w 7848272"/>
              <a:gd name="connsiteY12" fmla="*/ 6858000 h 6858000"/>
              <a:gd name="connsiteX13" fmla="*/ 4124255 w 7848272"/>
              <a:gd name="connsiteY13" fmla="*/ 2205497 h 6858000"/>
              <a:gd name="connsiteX14" fmla="*/ 5785579 w 7848272"/>
              <a:gd name="connsiteY14" fmla="*/ 541276 h 6858000"/>
              <a:gd name="connsiteX15" fmla="*/ 6211165 w 7848272"/>
              <a:gd name="connsiteY15" fmla="*/ 0 h 6858000"/>
              <a:gd name="connsiteX16" fmla="*/ 7848272 w 7848272"/>
              <a:gd name="connsiteY16" fmla="*/ 0 h 6858000"/>
              <a:gd name="connsiteX17" fmla="*/ 7848272 w 7848272"/>
              <a:gd name="connsiteY17" fmla="*/ 6858000 h 6858000"/>
              <a:gd name="connsiteX18" fmla="*/ 6211165 w 7848272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48272" h="6858000">
                <a:moveTo>
                  <a:pt x="1661324" y="5105898"/>
                </a:moveTo>
                <a:lnTo>
                  <a:pt x="1661324" y="6858000"/>
                </a:lnTo>
                <a:lnTo>
                  <a:pt x="0" y="6858000"/>
                </a:lnTo>
                <a:lnTo>
                  <a:pt x="0" y="6770119"/>
                </a:lnTo>
                <a:cubicBezTo>
                  <a:pt x="0" y="5850688"/>
                  <a:pt x="743494" y="5105898"/>
                  <a:pt x="1661324" y="5105898"/>
                </a:cubicBezTo>
                <a:close/>
                <a:moveTo>
                  <a:pt x="3784127" y="2823588"/>
                </a:moveTo>
                <a:lnTo>
                  <a:pt x="3784127" y="6858000"/>
                </a:lnTo>
                <a:lnTo>
                  <a:pt x="2122803" y="6858000"/>
                </a:lnTo>
                <a:lnTo>
                  <a:pt x="2122803" y="4487808"/>
                </a:lnTo>
                <a:cubicBezTo>
                  <a:pt x="2122803" y="3568378"/>
                  <a:pt x="2866297" y="2823588"/>
                  <a:pt x="3784127" y="2823588"/>
                </a:cubicBezTo>
                <a:close/>
                <a:moveTo>
                  <a:pt x="5785579" y="541276"/>
                </a:moveTo>
                <a:lnTo>
                  <a:pt x="5785579" y="6858000"/>
                </a:lnTo>
                <a:lnTo>
                  <a:pt x="4124255" y="6858000"/>
                </a:lnTo>
                <a:lnTo>
                  <a:pt x="4124255" y="2205497"/>
                </a:lnTo>
                <a:cubicBezTo>
                  <a:pt x="4124255" y="1286065"/>
                  <a:pt x="4867749" y="541276"/>
                  <a:pt x="5785579" y="541276"/>
                </a:cubicBezTo>
                <a:close/>
                <a:moveTo>
                  <a:pt x="6211165" y="0"/>
                </a:moveTo>
                <a:lnTo>
                  <a:pt x="7848272" y="0"/>
                </a:lnTo>
                <a:lnTo>
                  <a:pt x="7848272" y="6858000"/>
                </a:lnTo>
                <a:lnTo>
                  <a:pt x="6211165" y="6858000"/>
                </a:lnTo>
                <a:close/>
              </a:path>
            </a:pathLst>
          </a:custGeom>
          <a:gradFill>
            <a:gsLst>
              <a:gs pos="11000">
                <a:schemeClr val="accent2">
                  <a:alpha val="0"/>
                </a:schemeClr>
              </a:gs>
              <a:gs pos="99000">
                <a:schemeClr val="bg1">
                  <a:alpha val="48864"/>
                </a:schemeClr>
              </a:gs>
            </a:gsLst>
            <a:lin ang="5400000" scaled="1"/>
          </a:gradFill>
          <a:ln w="18627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800497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F88CC64-2CDB-D7D0-C103-A4D682E0A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584" y="418099"/>
            <a:ext cx="8949336" cy="8521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4400" b="1" i="0" spc="0">
                <a:solidFill>
                  <a:schemeClr val="tx2"/>
                </a:solidFill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PAI</a:t>
            </a:r>
            <a:endParaRPr lang="en-IL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2EA34EB-AF23-5421-8DA9-2AB954AFE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51" y="5762711"/>
            <a:ext cx="1892836" cy="10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758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42F9DB60-44E0-EBA5-A5B7-4F1572253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0111" y="3100251"/>
            <a:ext cx="3239589" cy="90025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rPr lang="en-US" b="1">
                <a:latin typeface="Dosis SemiBold" panose="02010503020202060003" pitchFamily="2" charset="77"/>
              </a:rPr>
              <a:t>THANK YOU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9BD0534-2582-9E1D-FC1E-A899DBA3BB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951733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35B2-78DB-7D48-8233-4831EA691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32FFED-8582-9940-9821-EA120E4DB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07240A-7459-4453-B669-6F460EC0BB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0D07E6-41EB-2840-85F9-E4014ECD32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600" y="1041400"/>
            <a:ext cx="11480800" cy="5181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40239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lank">
    <p:bg>
      <p:bgPr>
        <a:gradFill flip="none" rotWithShape="1">
          <a:gsLst>
            <a:gs pos="0">
              <a:schemeClr val="bg1"/>
            </a:gs>
            <a:gs pos="60000">
              <a:schemeClr val="bg2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phic 38">
            <a:extLst>
              <a:ext uri="{FF2B5EF4-FFF2-40B4-BE49-F238E27FC236}">
                <a16:creationId xmlns:a16="http://schemas.microsoft.com/office/drawing/2014/main" id="{40347C97-DAE0-397F-6683-AD2409785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896" y="5489043"/>
            <a:ext cx="2069346" cy="962663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399C6286-C8E3-657B-FEA7-BDEC2A978186}"/>
              </a:ext>
            </a:extLst>
          </p:cNvPr>
          <p:cNvSpPr/>
          <p:nvPr/>
        </p:nvSpPr>
        <p:spPr>
          <a:xfrm rot="10800000" flipH="1">
            <a:off x="3922684" y="0"/>
            <a:ext cx="8269316" cy="6634772"/>
          </a:xfrm>
          <a:custGeom>
            <a:avLst/>
            <a:gdLst>
              <a:gd name="connsiteX0" fmla="*/ 7081351 w 8269316"/>
              <a:gd name="connsiteY0" fmla="*/ 6634772 h 6634772"/>
              <a:gd name="connsiteX1" fmla="*/ 8269316 w 8269316"/>
              <a:gd name="connsiteY1" fmla="*/ 6634772 h 6634772"/>
              <a:gd name="connsiteX2" fmla="*/ 8269316 w 8269316"/>
              <a:gd name="connsiteY2" fmla="*/ 0 h 6634772"/>
              <a:gd name="connsiteX3" fmla="*/ 7081351 w 8269316"/>
              <a:gd name="connsiteY3" fmla="*/ 1188667 h 6634772"/>
              <a:gd name="connsiteX4" fmla="*/ 4721308 w 8269316"/>
              <a:gd name="connsiteY4" fmla="*/ 6634772 h 6634772"/>
              <a:gd name="connsiteX5" fmla="*/ 5909274 w 8269316"/>
              <a:gd name="connsiteY5" fmla="*/ 6634772 h 6634772"/>
              <a:gd name="connsiteX6" fmla="*/ 5909274 w 8269316"/>
              <a:gd name="connsiteY6" fmla="*/ 1630137 h 6634772"/>
              <a:gd name="connsiteX7" fmla="*/ 4721308 w 8269316"/>
              <a:gd name="connsiteY7" fmla="*/ 2818804 h 6634772"/>
              <a:gd name="connsiteX8" fmla="*/ 2361265 w 8269316"/>
              <a:gd name="connsiteY8" fmla="*/ 6634772 h 6634772"/>
              <a:gd name="connsiteX9" fmla="*/ 3549231 w 8269316"/>
              <a:gd name="connsiteY9" fmla="*/ 6634772 h 6634772"/>
              <a:gd name="connsiteX10" fmla="*/ 3549231 w 8269316"/>
              <a:gd name="connsiteY10" fmla="*/ 3260274 h 6634772"/>
              <a:gd name="connsiteX11" fmla="*/ 2361265 w 8269316"/>
              <a:gd name="connsiteY11" fmla="*/ 4448941 h 6634772"/>
              <a:gd name="connsiteX12" fmla="*/ 0 w 8269316"/>
              <a:gd name="connsiteY12" fmla="*/ 6634772 h 6634772"/>
              <a:gd name="connsiteX13" fmla="*/ 1187966 w 8269316"/>
              <a:gd name="connsiteY13" fmla="*/ 6634772 h 6634772"/>
              <a:gd name="connsiteX14" fmla="*/ 1187966 w 8269316"/>
              <a:gd name="connsiteY14" fmla="*/ 4890410 h 6634772"/>
              <a:gd name="connsiteX15" fmla="*/ 0 w 8269316"/>
              <a:gd name="connsiteY15" fmla="*/ 6079077 h 663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269316" h="6634772">
                <a:moveTo>
                  <a:pt x="7081351" y="6634772"/>
                </a:moveTo>
                <a:lnTo>
                  <a:pt x="8269316" y="6634772"/>
                </a:lnTo>
                <a:lnTo>
                  <a:pt x="8269316" y="0"/>
                </a:lnTo>
                <a:cubicBezTo>
                  <a:pt x="7613002" y="0"/>
                  <a:pt x="7081351" y="531965"/>
                  <a:pt x="7081351" y="1188667"/>
                </a:cubicBezTo>
                <a:close/>
                <a:moveTo>
                  <a:pt x="4721308" y="6634772"/>
                </a:moveTo>
                <a:lnTo>
                  <a:pt x="5909274" y="6634772"/>
                </a:lnTo>
                <a:lnTo>
                  <a:pt x="5909274" y="1630137"/>
                </a:lnTo>
                <a:cubicBezTo>
                  <a:pt x="5252959" y="1630137"/>
                  <a:pt x="4721308" y="2162102"/>
                  <a:pt x="4721308" y="2818804"/>
                </a:cubicBezTo>
                <a:close/>
                <a:moveTo>
                  <a:pt x="2361265" y="6634772"/>
                </a:moveTo>
                <a:lnTo>
                  <a:pt x="3549231" y="6634772"/>
                </a:lnTo>
                <a:lnTo>
                  <a:pt x="3549231" y="3260274"/>
                </a:lnTo>
                <a:cubicBezTo>
                  <a:pt x="2892916" y="3260274"/>
                  <a:pt x="2361265" y="3792239"/>
                  <a:pt x="2361265" y="4448941"/>
                </a:cubicBezTo>
                <a:close/>
                <a:moveTo>
                  <a:pt x="0" y="6634772"/>
                </a:moveTo>
                <a:lnTo>
                  <a:pt x="1187966" y="6634772"/>
                </a:lnTo>
                <a:lnTo>
                  <a:pt x="1187966" y="4890410"/>
                </a:lnTo>
                <a:cubicBezTo>
                  <a:pt x="531651" y="4890410"/>
                  <a:pt x="0" y="5422375"/>
                  <a:pt x="0" y="6079077"/>
                </a:cubicBezTo>
                <a:close/>
              </a:path>
            </a:pathLst>
          </a:custGeom>
          <a:solidFill>
            <a:schemeClr val="bg1">
              <a:alpha val="68929"/>
            </a:schemeClr>
          </a:solidFill>
          <a:ln w="13378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914400" rtl="1" eaLnBrk="1" latinLnBrk="0" hangingPunct="1"/>
            <a:endParaRPr lang="en-IL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089F6A73-724B-AAAE-3DCA-5F5A2AC7A0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025" y="5482650"/>
            <a:ext cx="2422826" cy="1300192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11C24-85B0-74A0-52AC-22093C5F29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539240"/>
            <a:ext cx="8960802" cy="341376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ts val="2360"/>
              </a:lnSpc>
              <a:buClr>
                <a:schemeClr val="accent1"/>
              </a:buClr>
              <a:buFont typeface="Wingdings" pitchFamily="2" charset="2"/>
              <a:buChar char="§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F88CC64-2CDB-D7D0-C103-A4D682E0A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584" y="351839"/>
            <a:ext cx="8949336" cy="8521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4000" b="1" i="0" spc="300">
                <a:solidFill>
                  <a:schemeClr val="accent1"/>
                </a:solidFill>
                <a:latin typeface="Dosis" panose="02010503020202060003" pitchFamily="2" charset="77"/>
              </a:defRPr>
            </a:lvl1pPr>
          </a:lstStyle>
          <a:p>
            <a:pPr lvl="0"/>
            <a:r>
              <a:rPr lang="en-US"/>
              <a:t>HEADLINE</a:t>
            </a:r>
            <a:endParaRPr lang="en-IL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90CC84E8-8ECD-4FEA-94C5-A2D5F3CFBFFB}"/>
              </a:ext>
            </a:extLst>
          </p:cNvPr>
          <p:cNvSpPr/>
          <p:nvPr/>
        </p:nvSpPr>
        <p:spPr>
          <a:xfrm>
            <a:off x="439547" y="1612311"/>
            <a:ext cx="111576" cy="664231"/>
          </a:xfrm>
          <a:custGeom>
            <a:avLst/>
            <a:gdLst>
              <a:gd name="connsiteX0" fmla="*/ 0 w 54198"/>
              <a:gd name="connsiteY0" fmla="*/ 322651 h 322650"/>
              <a:gd name="connsiteX1" fmla="*/ 0 w 54198"/>
              <a:gd name="connsiteY1" fmla="*/ 322651 h 322650"/>
              <a:gd name="connsiteX2" fmla="*/ 0 w 54198"/>
              <a:gd name="connsiteY2" fmla="*/ 54119 h 322650"/>
              <a:gd name="connsiteX3" fmla="*/ 54199 w 54198"/>
              <a:gd name="connsiteY3" fmla="*/ 0 h 322650"/>
              <a:gd name="connsiteX4" fmla="*/ 54199 w 54198"/>
              <a:gd name="connsiteY4" fmla="*/ 0 h 322650"/>
              <a:gd name="connsiteX5" fmla="*/ 54199 w 54198"/>
              <a:gd name="connsiteY5" fmla="*/ 268531 h 322650"/>
              <a:gd name="connsiteX6" fmla="*/ 0 w 54198"/>
              <a:gd name="connsiteY6" fmla="*/ 322651 h 32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198" h="322650">
                <a:moveTo>
                  <a:pt x="0" y="322651"/>
                </a:moveTo>
                <a:lnTo>
                  <a:pt x="0" y="322651"/>
                </a:lnTo>
                <a:lnTo>
                  <a:pt x="0" y="54119"/>
                </a:lnTo>
                <a:cubicBezTo>
                  <a:pt x="0" y="24213"/>
                  <a:pt x="24248" y="0"/>
                  <a:pt x="54199" y="0"/>
                </a:cubicBezTo>
                <a:lnTo>
                  <a:pt x="54199" y="0"/>
                </a:lnTo>
                <a:lnTo>
                  <a:pt x="54199" y="268531"/>
                </a:lnTo>
                <a:cubicBezTo>
                  <a:pt x="54199" y="298438"/>
                  <a:pt x="29950" y="322651"/>
                  <a:pt x="0" y="322651"/>
                </a:cubicBezTo>
                <a:close/>
              </a:path>
            </a:pathLst>
          </a:custGeom>
          <a:solidFill>
            <a:srgbClr val="FF5100"/>
          </a:solidFill>
          <a:ln w="6245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914400" rtl="1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759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899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5" r:id="rId2"/>
    <p:sldLayoutId id="2147483666" r:id="rId3"/>
    <p:sldLayoutId id="2147483667" r:id="rId4"/>
    <p:sldLayoutId id="2147483673" r:id="rId5"/>
    <p:sldLayoutId id="2147483674" r:id="rId6"/>
    <p:sldLayoutId id="2147483679" r:id="rId7"/>
    <p:sldLayoutId id="2147483676" r:id="rId8"/>
    <p:sldLayoutId id="2147483677" r:id="rId9"/>
    <p:sldLayoutId id="2147483680" r:id="rId10"/>
    <p:sldLayoutId id="2147483678" r:id="rId11"/>
    <p:sldLayoutId id="2147483655" r:id="rId12"/>
    <p:sldLayoutId id="2147483661" r:id="rId13"/>
    <p:sldLayoutId id="2147483681" r:id="rId14"/>
    <p:sldLayoutId id="2147483675" r:id="rId15"/>
    <p:sldLayoutId id="2147483682" r:id="rId16"/>
    <p:sldLayoutId id="2147483663" r:id="rId17"/>
    <p:sldLayoutId id="2147483671" r:id="rId18"/>
    <p:sldLayoutId id="2147483670" r:id="rId19"/>
    <p:sldLayoutId id="2147483668" r:id="rId20"/>
    <p:sldLayoutId id="2147483669" r:id="rId21"/>
    <p:sldLayoutId id="2147483672" r:id="rId22"/>
    <p:sldLayoutId id="2147483656" r:id="rId23"/>
    <p:sldLayoutId id="2147483683" r:id="rId24"/>
    <p:sldLayoutId id="2147483684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5A203F8-231A-DBF7-4DE6-B118FAFDC9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0334" y="1326179"/>
            <a:ext cx="10262154" cy="245145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Quadriga Intro</a:t>
            </a:r>
          </a:p>
          <a:p>
            <a:endParaRPr lang="en-US" dirty="0">
              <a:solidFill>
                <a:schemeClr val="bg1"/>
              </a:solidFill>
              <a:latin typeface="Arial"/>
              <a:cs typeface="Arial"/>
            </a:endParaRPr>
          </a:p>
          <a:p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Parallel Wireless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195EABF-F119-70AC-B199-FF0D00033E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0334" y="3921619"/>
            <a:ext cx="4215379" cy="60486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Dosis"/>
              </a:rPr>
              <a:t>September 2025</a:t>
            </a:r>
            <a:endParaRPr lang="en-I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789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D5726-CDDE-6D50-0C89-44B75613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CFB7C2-9FAE-ADC4-12F4-E0EA99AA5E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QuaDRiGa</a:t>
            </a:r>
            <a:r>
              <a:rPr lang="en-US" dirty="0"/>
              <a:t>?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DE78B-E229-5BBD-C5B4-B8099C758FA2}"/>
              </a:ext>
            </a:extLst>
          </p:cNvPr>
          <p:cNvSpPr txBox="1"/>
          <p:nvPr/>
        </p:nvSpPr>
        <p:spPr>
          <a:xfrm>
            <a:off x="526515" y="1525929"/>
            <a:ext cx="10138056" cy="27084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600" dirty="0" err="1"/>
              <a:t>QuaDRiGa</a:t>
            </a:r>
            <a:r>
              <a:rPr lang="en-GB" sz="2600" dirty="0"/>
              <a:t> = </a:t>
            </a:r>
            <a:r>
              <a:rPr lang="en-GB" sz="2600" dirty="0" err="1"/>
              <a:t>QUAsi</a:t>
            </a:r>
            <a:r>
              <a:rPr lang="en-GB" sz="2600" dirty="0"/>
              <a:t> Deterministic Radio channel Generator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600" dirty="0"/>
              <a:t>Geometry-based stochastic channel model (GSCM)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600" dirty="0"/>
              <a:t>Based on WINNER II, extended for massive MIMO and </a:t>
            </a:r>
            <a:r>
              <a:rPr lang="en-GB" sz="2600" dirty="0" err="1"/>
              <a:t>mmWave</a:t>
            </a:r>
            <a:endParaRPr lang="en-GB" sz="26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600" dirty="0"/>
              <a:t>Supports multi-link, multi-band, multi-antenna, and mobility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600" dirty="0"/>
              <a:t>Widely used in 5G/6G research</a:t>
            </a:r>
          </a:p>
        </p:txBody>
      </p:sp>
    </p:spTree>
    <p:extLst>
      <p:ext uri="{BB962C8B-B14F-4D97-AF65-F5344CB8AC3E}">
        <p14:creationId xmlns:p14="http://schemas.microsoft.com/office/powerpoint/2010/main" val="2002183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229A9-F562-7686-DA97-0ACFA0FC3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A2BFA1-A744-8230-3FF9-52A1A26B55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Key Feature: Spatial Consistency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B9A9C-CBF0-5449-9489-A1A39170C69D}"/>
              </a:ext>
            </a:extLst>
          </p:cNvPr>
          <p:cNvSpPr txBox="1"/>
          <p:nvPr/>
        </p:nvSpPr>
        <p:spPr>
          <a:xfrm>
            <a:off x="526515" y="1525929"/>
            <a:ext cx="10138056" cy="21544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Ensures smooth channel transitions as a UE moves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Maintains consistent angles, delays, and powers across space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Enables realistic handover and beam tracking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Supports correlated channels for nearby users</a:t>
            </a:r>
          </a:p>
        </p:txBody>
      </p:sp>
    </p:spTree>
    <p:extLst>
      <p:ext uri="{BB962C8B-B14F-4D97-AF65-F5344CB8AC3E}">
        <p14:creationId xmlns:p14="http://schemas.microsoft.com/office/powerpoint/2010/main" val="678413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155D4-9112-4BC4-1896-A5D743BE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7D6F43-7BCB-2342-A403-FA896C6B8E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Environments &amp; Scenarios in </a:t>
            </a:r>
            <a:r>
              <a:rPr lang="en-US" dirty="0" err="1"/>
              <a:t>QuaDRiGa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FF199-A1D8-2D38-B28B-5054C6531BF5}"/>
              </a:ext>
            </a:extLst>
          </p:cNvPr>
          <p:cNvSpPr txBox="1"/>
          <p:nvPr/>
        </p:nvSpPr>
        <p:spPr>
          <a:xfrm>
            <a:off x="526515" y="1525929"/>
            <a:ext cx="10138056" cy="32008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Urban Macro (</a:t>
            </a:r>
            <a:r>
              <a:rPr lang="en-US" sz="2600" dirty="0" err="1"/>
              <a:t>UMa</a:t>
            </a:r>
            <a:r>
              <a:rPr lang="en-US" sz="2600" dirty="0"/>
              <a:t>) – large towers, NLOS common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Urban Micro (</a:t>
            </a:r>
            <a:r>
              <a:rPr lang="en-US" sz="2600" dirty="0" err="1"/>
              <a:t>UMi</a:t>
            </a:r>
            <a:r>
              <a:rPr lang="en-US" sz="2600" dirty="0"/>
              <a:t>) – dense city, strong multipath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Indoor Office – walls, LOS/NLOS transitions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Rural Macro (</a:t>
            </a:r>
            <a:r>
              <a:rPr lang="en-US" sz="2600" dirty="0" err="1"/>
              <a:t>RMa</a:t>
            </a:r>
            <a:r>
              <a:rPr lang="en-US" sz="2600" dirty="0"/>
              <a:t>) – sparse scatterers, long delays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Highway / V2X – fast mobility, Doppler spread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58004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4677D-EB65-4C43-FD0E-573157D70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034B0D-404D-4A3D-57CE-9909F657A2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3002" y="418099"/>
            <a:ext cx="10261362" cy="85212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Spatial Consistency Example Across Environments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565C2-2E77-10FE-10C7-5C5621CCC1AB}"/>
              </a:ext>
            </a:extLst>
          </p:cNvPr>
          <p:cNvSpPr txBox="1"/>
          <p:nvPr/>
        </p:nvSpPr>
        <p:spPr>
          <a:xfrm>
            <a:off x="526515" y="1525929"/>
            <a:ext cx="10138056" cy="27084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600" dirty="0"/>
              <a:t>Indoor Office → rich multipath, small-scale fading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600" dirty="0"/>
              <a:t>Urban Street → NLOS-to-LOS transition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600" dirty="0"/>
              <a:t>Open Plaza → fewer clusters, stable LOS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600" dirty="0"/>
              <a:t>Vehicle (V2X) → high Doppler, fast changes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600" dirty="0" err="1"/>
              <a:t>QuaDRiGa</a:t>
            </a:r>
            <a:r>
              <a:rPr lang="en-GB" sz="2600" dirty="0"/>
              <a:t> evolves clusters smoothly instead of random redraws.</a:t>
            </a:r>
          </a:p>
        </p:txBody>
      </p:sp>
    </p:spTree>
    <p:extLst>
      <p:ext uri="{BB962C8B-B14F-4D97-AF65-F5344CB8AC3E}">
        <p14:creationId xmlns:p14="http://schemas.microsoft.com/office/powerpoint/2010/main" val="709928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2D7BD-9E73-B361-5982-F40824506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5F7433-3948-4D94-E09C-9C2D8895DF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3002" y="418099"/>
            <a:ext cx="10261362" cy="852121"/>
          </a:xfrm>
        </p:spPr>
        <p:txBody>
          <a:bodyPr>
            <a:normAutofit/>
          </a:bodyPr>
          <a:lstStyle/>
          <a:p>
            <a:r>
              <a:rPr lang="en-US" dirty="0"/>
              <a:t>Why Researchers Use </a:t>
            </a:r>
            <a:r>
              <a:rPr lang="en-US" dirty="0" err="1"/>
              <a:t>QuaDRiGa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46E8D3-6775-0E7B-D823-69D7E28D8561}"/>
              </a:ext>
            </a:extLst>
          </p:cNvPr>
          <p:cNvSpPr txBox="1"/>
          <p:nvPr/>
        </p:nvSpPr>
        <p:spPr>
          <a:xfrm>
            <a:off x="526515" y="1525929"/>
            <a:ext cx="10138056" cy="21544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Validated against real-world measurements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Flexible for massive MIMO &amp; beamforming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Captures mobility across environments with spatial consistency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Essential for studying beam tracking, handovers, MU-MIMO</a:t>
            </a:r>
          </a:p>
        </p:txBody>
      </p:sp>
    </p:spTree>
    <p:extLst>
      <p:ext uri="{BB962C8B-B14F-4D97-AF65-F5344CB8AC3E}">
        <p14:creationId xmlns:p14="http://schemas.microsoft.com/office/powerpoint/2010/main" val="860748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779DE-B2DC-DF3C-B10F-7E5C14992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206B33-0FCC-03E1-46E6-FE2BCAF4F9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3002" y="418099"/>
            <a:ext cx="10261362" cy="852121"/>
          </a:xfrm>
        </p:spPr>
        <p:txBody>
          <a:bodyPr>
            <a:normAutofit/>
          </a:bodyPr>
          <a:lstStyle/>
          <a:p>
            <a:r>
              <a:rPr lang="en-US" dirty="0"/>
              <a:t>Drive Course model example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89967-5F64-CFA1-700F-A68DFAD09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67" y="2221200"/>
            <a:ext cx="5880333" cy="30493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585408-E10C-72EB-3446-15A1EFC88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491" y="2662897"/>
            <a:ext cx="5636842" cy="216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71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E7380-7863-D4AA-F8D2-0D2A4DD07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18DD41-BA76-2169-52B9-B3643FF123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3002" y="418099"/>
            <a:ext cx="10261362" cy="85212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Quadriga Channel Model Integration in Simulator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2E7E60-20B9-EED9-8981-2AD458CE077B}"/>
              </a:ext>
            </a:extLst>
          </p:cNvPr>
          <p:cNvSpPr txBox="1"/>
          <p:nvPr/>
        </p:nvSpPr>
        <p:spPr>
          <a:xfrm>
            <a:off x="526515" y="1525929"/>
            <a:ext cx="10138056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u="sng" dirty="0"/>
              <a:t>Quadriga Configuration Overview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simulator leverages a wide range of Quadriga parameters.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These parameters are set in the scenario settings of the simulation.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Categories include: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Antenna parameters (array type, polarization, spacing).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Layout parameters (deployment type, ISD, number of sectors).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Dependent parameters inherited from the system-level simulation framework, ensuring consistency with the rest of the simulation setup.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This flexible configuration framework allows Quadriga to be tuned to different environments and system designs.</a:t>
            </a:r>
          </a:p>
        </p:txBody>
      </p:sp>
    </p:spTree>
    <p:extLst>
      <p:ext uri="{BB962C8B-B14F-4D97-AF65-F5344CB8AC3E}">
        <p14:creationId xmlns:p14="http://schemas.microsoft.com/office/powerpoint/2010/main" val="1831030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A3F6C-0E0A-BC2E-2292-E0B36802F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3EE4EB-55FE-D3B7-31A4-4639B9A6DA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3002" y="418099"/>
            <a:ext cx="10261362" cy="85212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Channel Generation Control in Simulation Setup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9F9C5-9E12-86D5-A2B6-051518CA25A9}"/>
              </a:ext>
            </a:extLst>
          </p:cNvPr>
          <p:cNvSpPr txBox="1"/>
          <p:nvPr/>
        </p:nvSpPr>
        <p:spPr>
          <a:xfrm>
            <a:off x="526515" y="1525929"/>
            <a:ext cx="10138056" cy="40934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simulator setup includes specific control over Quadriga channel generation: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Channels can be forced to regenerate at the start of each run.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Control to save and reuse layouts or builders is available.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Segment-based channel generation is supported, allowing channels to be recomputed for each simulation segment.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Option to reuse the first segment’s channel across later segments to reduce memory load.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setup also defines how channel data is stored and passed to the main simulation loop, ensuring efficient management of Quadriga out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102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77AD7-8A53-73C0-E370-53D95DE3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0F17E7-8D5B-44B5-3443-899945477A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3002" y="418099"/>
            <a:ext cx="10261362" cy="852121"/>
          </a:xfrm>
        </p:spPr>
        <p:txBody>
          <a:bodyPr>
            <a:normAutofit/>
          </a:bodyPr>
          <a:lstStyle/>
          <a:p>
            <a:r>
              <a:rPr lang="en-US" dirty="0"/>
              <a:t>Simulation Usage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F366F3-CF8A-F0AB-94B3-8F0946C774D7}"/>
                  </a:ext>
                </a:extLst>
              </p:cNvPr>
              <p:cNvSpPr txBox="1"/>
              <p:nvPr/>
            </p:nvSpPr>
            <p:spPr>
              <a:xfrm>
                <a:off x="526515" y="1525929"/>
                <a:ext cx="10138056" cy="368921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Simulator uses physical deployment model to define sites and antennas.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Quadriga generates the channel realizations based on deployment, antenna, and mobility settings.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At each time slot: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Full network channel realization is obtained (time domain).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Channel is transformed to frequency domain.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Frequency-domain channel is used for SINR computation for UE–BS links.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u="sng" dirty="0"/>
                  <a:t>Link abstraction (</a:t>
                </a:r>
                <a:r>
                  <a:rPr lang="en-US" b="1" u="sng" dirty="0"/>
                  <a:t>per RB</a:t>
                </a:r>
                <a:r>
                  <a:rPr lang="en-US" u="sng" dirty="0"/>
                  <a:t>):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link between each two network elements is modeled as </a:t>
                </a:r>
                <a:br>
                  <a:rPr lang="en-US" dirty="0"/>
                </a:br>
                <a:r>
                  <a:rPr lang="en-US" dirty="0"/>
                  <a:t>				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(#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× #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frequency domain channel matrix</a:t>
                </a:r>
                <a:endParaRPr lang="en-US" u="sng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F366F3-CF8A-F0AB-94B3-8F0946C77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15" y="1525929"/>
                <a:ext cx="10138056" cy="3689215"/>
              </a:xfrm>
              <a:prstGeom prst="rect">
                <a:avLst/>
              </a:prstGeom>
              <a:blipFill>
                <a:blip r:embed="rId2"/>
                <a:stretch>
                  <a:fillRect l="-541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952D791-3433-24C3-360C-0FAA82394D8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099" y="4965699"/>
            <a:ext cx="4995801" cy="1364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624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rallel">
      <a:dk1>
        <a:srgbClr val="000000"/>
      </a:dk1>
      <a:lt1>
        <a:srgbClr val="FFFFFF"/>
      </a:lt1>
      <a:dk2>
        <a:srgbClr val="3C3834"/>
      </a:dk2>
      <a:lt2>
        <a:srgbClr val="F3F2F0"/>
      </a:lt2>
      <a:accent1>
        <a:srgbClr val="FF5100"/>
      </a:accent1>
      <a:accent2>
        <a:srgbClr val="3CAE2B"/>
      </a:accent2>
      <a:accent3>
        <a:srgbClr val="93348D"/>
      </a:accent3>
      <a:accent4>
        <a:srgbClr val="1A418A"/>
      </a:accent4>
      <a:accent5>
        <a:srgbClr val="5B9BD5"/>
      </a:accent5>
      <a:accent6>
        <a:srgbClr val="FFB71B"/>
      </a:accent6>
      <a:hlink>
        <a:srgbClr val="D02C2F"/>
      </a:hlink>
      <a:folHlink>
        <a:srgbClr val="F3B7A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c66b4f0-4495-4fb2-b508-b84328d5bd2a" xsi:nil="true"/>
    <TaxCatchAll xmlns="d2668f69-88cc-4ec2-8adb-0c78bff6093f" xsi:nil="true"/>
    <lcf76f155ced4ddcb4097134ff3c332f xmlns="dc66b4f0-4495-4fb2-b508-b84328d5bd2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4DB63E694F8248895D43AA187AB137" ma:contentTypeVersion="18" ma:contentTypeDescription="Create a new document." ma:contentTypeScope="" ma:versionID="a189b6655ec9c243da0c80be976b76f3">
  <xsd:schema xmlns:xsd="http://www.w3.org/2001/XMLSchema" xmlns:xs="http://www.w3.org/2001/XMLSchema" xmlns:p="http://schemas.microsoft.com/office/2006/metadata/properties" xmlns:ns2="dc66b4f0-4495-4fb2-b508-b84328d5bd2a" xmlns:ns3="d2668f69-88cc-4ec2-8adb-0c78bff6093f" targetNamespace="http://schemas.microsoft.com/office/2006/metadata/properties" ma:root="true" ma:fieldsID="6a058f87efd3344a735b6f018d301f13" ns2:_="" ns3:_="">
    <xsd:import namespace="dc66b4f0-4495-4fb2-b508-b84328d5bd2a"/>
    <xsd:import namespace="d2668f69-88cc-4ec2-8adb-0c78bff609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Tag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66b4f0-4495-4fb2-b508-b84328d5bd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6da542b5-849d-4024-908a-9d076b2a93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Sign-off status" ma:internalName="_x0024_Resources_x003a_core_x002c_Signoff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668f69-88cc-4ec2-8adb-0c78bff6093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47ed9589-560c-4eee-859a-5ab9c239ceae}" ma:internalName="TaxCatchAll" ma:showField="CatchAllData" ma:web="d2668f69-88cc-4ec2-8adb-0c78bff609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556D41-E018-4768-904A-B41C1313BC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BCC8FE-801A-4459-AB8B-843E6CCAECD1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dcmitype/"/>
    <ds:schemaRef ds:uri="dc66b4f0-4495-4fb2-b508-b84328d5bd2a"/>
    <ds:schemaRef ds:uri="http://purl.org/dc/terms/"/>
    <ds:schemaRef ds:uri="http://schemas.openxmlformats.org/package/2006/metadata/core-properties"/>
    <ds:schemaRef ds:uri="d2668f69-88cc-4ec2-8adb-0c78bff6093f"/>
  </ds:schemaRefs>
</ds:datastoreItem>
</file>

<file path=customXml/itemProps3.xml><?xml version="1.0" encoding="utf-8"?>
<ds:datastoreItem xmlns:ds="http://schemas.openxmlformats.org/officeDocument/2006/customXml" ds:itemID="{8DC5BFF3-0E7D-497C-B315-A20BC3FB34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66b4f0-4495-4fb2-b508-b84328d5bd2a"/>
    <ds:schemaRef ds:uri="d2668f69-88cc-4ec2-8adb-0c78bff609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991bd471-bf03-47c4-af97-0c3362264c70}" enabled="0" method="" siteId="{991bd471-bf03-47c4-af97-0c3362264c7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8607</TotalTime>
  <Words>507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Arial</vt:lpstr>
      <vt:lpstr>Calibri</vt:lpstr>
      <vt:lpstr>Cambria Math</vt:lpstr>
      <vt:lpstr>Dosis</vt:lpstr>
      <vt:lpstr>Dosis SemiBold</vt:lpstr>
      <vt:lpstr>Fira Sans</vt:lpstr>
      <vt:lpstr>Fira Sans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יהונתן אברהמי</dc:creator>
  <cp:lastModifiedBy>Ory Eger</cp:lastModifiedBy>
  <cp:revision>12</cp:revision>
  <dcterms:created xsi:type="dcterms:W3CDTF">2023-03-14T06:07:35Z</dcterms:created>
  <dcterms:modified xsi:type="dcterms:W3CDTF">2025-09-30T14:01:49Z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0x010100CF4DB63E694F8248895D43AA187AB137</vt:lpwstr>
  </property>
  <property fmtid="{D5CDD505-2E9C-101B-9397-08002B2CF9AE}" pid="3" name="MediaServiceImageTags">
    <vt:lpwstr/>
  </property>
</Properties>
</file>